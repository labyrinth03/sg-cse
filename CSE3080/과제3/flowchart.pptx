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5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1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547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270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986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289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60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16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50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44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723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49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29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9F0E0-6A1A-453F-B8A2-E36DDD0E15EC}" type="datetimeFigureOut">
              <a:rPr lang="ko-KR" altLang="en-US" smtClean="0"/>
              <a:t>2024-05-15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967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D9DCAAA0-38AA-9F5A-CF04-C15E789C9630}"/>
              </a:ext>
            </a:extLst>
          </p:cNvPr>
          <p:cNvSpPr/>
          <p:nvPr/>
        </p:nvSpPr>
        <p:spPr>
          <a:xfrm>
            <a:off x="359833" y="452967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start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순서도: 데이터 4">
            <a:extLst>
              <a:ext uri="{FF2B5EF4-FFF2-40B4-BE49-F238E27FC236}">
                <a16:creationId xmlns:a16="http://schemas.microsoft.com/office/drawing/2014/main" id="{EFB56158-E30E-259B-94ED-BF57788C4383}"/>
              </a:ext>
            </a:extLst>
          </p:cNvPr>
          <p:cNvSpPr/>
          <p:nvPr/>
        </p:nvSpPr>
        <p:spPr>
          <a:xfrm>
            <a:off x="1526117" y="347132"/>
            <a:ext cx="2349500" cy="651933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scan expression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순서도: 종속 처리 5">
            <a:extLst>
              <a:ext uri="{FF2B5EF4-FFF2-40B4-BE49-F238E27FC236}">
                <a16:creationId xmlns:a16="http://schemas.microsoft.com/office/drawing/2014/main" id="{4812518A-7A00-0665-08ED-2E28F605FF30}"/>
              </a:ext>
            </a:extLst>
          </p:cNvPr>
          <p:cNvSpPr/>
          <p:nvPr/>
        </p:nvSpPr>
        <p:spPr>
          <a:xfrm>
            <a:off x="4178300" y="397933"/>
            <a:ext cx="1968500" cy="546099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postfix(expr)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순서도: 수행의 시작/종료 6">
            <a:extLst>
              <a:ext uri="{FF2B5EF4-FFF2-40B4-BE49-F238E27FC236}">
                <a16:creationId xmlns:a16="http://schemas.microsoft.com/office/drawing/2014/main" id="{51C1B845-7B9F-55C1-DCE6-A55D5679001A}"/>
              </a:ext>
            </a:extLst>
          </p:cNvPr>
          <p:cNvSpPr/>
          <p:nvPr/>
        </p:nvSpPr>
        <p:spPr>
          <a:xfrm>
            <a:off x="6642101" y="448733"/>
            <a:ext cx="838200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end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0353CC5-072B-7227-14AC-6EE32B870835}"/>
              </a:ext>
            </a:extLst>
          </p:cNvPr>
          <p:cNvCxnSpPr>
            <a:stCxn id="4" idx="3"/>
            <a:endCxn id="5" idx="2"/>
          </p:cNvCxnSpPr>
          <p:nvPr/>
        </p:nvCxnSpPr>
        <p:spPr>
          <a:xfrm flipV="1">
            <a:off x="1308100" y="673099"/>
            <a:ext cx="45296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ADD598E-C20E-A159-A0EF-95D93869F53E}"/>
              </a:ext>
            </a:extLst>
          </p:cNvPr>
          <p:cNvCxnSpPr>
            <a:stCxn id="5" idx="5"/>
            <a:endCxn id="6" idx="1"/>
          </p:cNvCxnSpPr>
          <p:nvPr/>
        </p:nvCxnSpPr>
        <p:spPr>
          <a:xfrm flipV="1">
            <a:off x="3640667" y="670983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D978F19-280A-3F03-62DD-05E7091850E9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6146800" y="668866"/>
            <a:ext cx="495301" cy="2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FE74135-31DE-93A0-B4F6-127F6DC37A72}"/>
              </a:ext>
            </a:extLst>
          </p:cNvPr>
          <p:cNvSpPr txBox="1"/>
          <p:nvPr/>
        </p:nvSpPr>
        <p:spPr>
          <a:xfrm>
            <a:off x="3313604" y="1208616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int main()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892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59EB4062-031E-A548-CAF0-6201B07DE202}"/>
              </a:ext>
            </a:extLst>
          </p:cNvPr>
          <p:cNvSpPr/>
          <p:nvPr/>
        </p:nvSpPr>
        <p:spPr>
          <a:xfrm>
            <a:off x="4038167" y="88896"/>
            <a:ext cx="2908300" cy="168909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precedence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{lparen, rparen, plus, minus, times, divide, mod, eos, minustimes, operand, end}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66DF5416-EC87-D201-311D-B9E9DF117416}"/>
              </a:ext>
            </a:extLst>
          </p:cNvPr>
          <p:cNvSpPr/>
          <p:nvPr/>
        </p:nvSpPr>
        <p:spPr>
          <a:xfrm>
            <a:off x="227504" y="1990723"/>
            <a:ext cx="1480570" cy="135255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_intstack{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int data[20]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int top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846070D1-3B03-4934-4C4A-213AF68B76E1}"/>
              </a:ext>
            </a:extLst>
          </p:cNvPr>
          <p:cNvSpPr/>
          <p:nvPr/>
        </p:nvSpPr>
        <p:spPr>
          <a:xfrm>
            <a:off x="4038167" y="1990723"/>
            <a:ext cx="2382270" cy="135255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_precedencestack{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precedence data[20]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int top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DA56DF7F-D8A4-110C-11F6-632F7A9F305A}"/>
              </a:ext>
            </a:extLst>
          </p:cNvPr>
          <p:cNvSpPr/>
          <p:nvPr/>
        </p:nvSpPr>
        <p:spPr>
          <a:xfrm>
            <a:off x="4038167" y="3693588"/>
            <a:ext cx="4039034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void push(pstack* s, precedence token)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pstack is not full{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top++; push token;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DD3CC3B2-1753-A3ED-9964-641A20CBD36C}"/>
              </a:ext>
            </a:extLst>
          </p:cNvPr>
          <p:cNvSpPr/>
          <p:nvPr/>
        </p:nvSpPr>
        <p:spPr>
          <a:xfrm>
            <a:off x="227505" y="3693588"/>
            <a:ext cx="3430096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void spush(stack* s, int operand)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 is not full{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top++; push token;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AA12257F-C715-26BC-7CF2-8E6B6EC589FD}"/>
              </a:ext>
            </a:extLst>
          </p:cNvPr>
          <p:cNvSpPr/>
          <p:nvPr/>
        </p:nvSpPr>
        <p:spPr>
          <a:xfrm>
            <a:off x="227505" y="5409147"/>
            <a:ext cx="3430096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int spop(stack* s)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 is not empty{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top--; pop data;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F49A4465-11B4-DBC3-21C7-C2D68B1CB7D2}"/>
              </a:ext>
            </a:extLst>
          </p:cNvPr>
          <p:cNvSpPr/>
          <p:nvPr/>
        </p:nvSpPr>
        <p:spPr>
          <a:xfrm>
            <a:off x="4038167" y="5403858"/>
            <a:ext cx="4039034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precedence push(pstack* s)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pstack is not empty{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top--; pop data;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436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64042" y="700617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start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F482647-2CE0-870C-1408-EB482AE07B38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112309" y="920749"/>
            <a:ext cx="45296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3444876" y="918633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1110273" y="5532189"/>
            <a:ext cx="6896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precedence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getToken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char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symbol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char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expr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0E09E288-BD54-F645-F99D-8835B91C4827}"/>
              </a:ext>
            </a:extLst>
          </p:cNvPr>
          <p:cNvSpPr/>
          <p:nvPr/>
        </p:nvSpPr>
        <p:spPr>
          <a:xfrm>
            <a:off x="1534584" y="558799"/>
            <a:ext cx="1957917" cy="7196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symbol = expr[n]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3958337" y="167215"/>
            <a:ext cx="2197100" cy="150283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‘(‘, ‘)’, ‘+’, ‘/’, ‘*’, ‘%’, ‘ ‘, ‘\0’, ‘#’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A3841EAB-1B3A-0484-4DB3-A4D84DF59C7E}"/>
              </a:ext>
            </a:extLst>
          </p:cNvPr>
          <p:cNvSpPr/>
          <p:nvPr/>
        </p:nvSpPr>
        <p:spPr>
          <a:xfrm>
            <a:off x="6456722" y="558799"/>
            <a:ext cx="1957917" cy="7196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return each precedence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2" name="순서도: 판단 21">
            <a:extLst>
              <a:ext uri="{FF2B5EF4-FFF2-40B4-BE49-F238E27FC236}">
                <a16:creationId xmlns:a16="http://schemas.microsoft.com/office/drawing/2014/main" id="{CE0B2149-907E-ECEF-0FC4-86425900EC6B}"/>
              </a:ext>
            </a:extLst>
          </p:cNvPr>
          <p:cNvSpPr/>
          <p:nvPr/>
        </p:nvSpPr>
        <p:spPr>
          <a:xfrm>
            <a:off x="4440936" y="1769539"/>
            <a:ext cx="1231899" cy="925771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‘-’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3" name="순서도: 판단 22">
            <a:extLst>
              <a:ext uri="{FF2B5EF4-FFF2-40B4-BE49-F238E27FC236}">
                <a16:creationId xmlns:a16="http://schemas.microsoft.com/office/drawing/2014/main" id="{1111E0F0-9BAC-6EAB-FFA8-B24488C53F91}"/>
              </a:ext>
            </a:extLst>
          </p:cNvPr>
          <p:cNvSpPr/>
          <p:nvPr/>
        </p:nvSpPr>
        <p:spPr>
          <a:xfrm>
            <a:off x="3542580" y="2794800"/>
            <a:ext cx="3028610" cy="131076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</a:rPr>
              <a:t>n==1</a:t>
            </a:r>
          </a:p>
          <a:p>
            <a:pPr algn="ctr"/>
            <a:r>
              <a:rPr lang="en-US" altLang="ko-KR" sz="1400" dirty="0">
                <a:solidFill>
                  <a:sysClr val="windowText" lastClr="000000"/>
                </a:solidFill>
              </a:rPr>
              <a:t>or</a:t>
            </a:r>
          </a:p>
          <a:p>
            <a:pPr algn="ctr"/>
            <a:r>
              <a:rPr lang="en-US" altLang="ko-KR" sz="1400" dirty="0">
                <a:solidFill>
                  <a:sysClr val="windowText" lastClr="000000"/>
                </a:solidFill>
              </a:rPr>
              <a:t>previous expression is ‘(‘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24" name="순서도: 처리 23">
            <a:extLst>
              <a:ext uri="{FF2B5EF4-FFF2-40B4-BE49-F238E27FC236}">
                <a16:creationId xmlns:a16="http://schemas.microsoft.com/office/drawing/2014/main" id="{307EA057-AEA8-5AA3-1D37-1A419EFD6509}"/>
              </a:ext>
            </a:extLst>
          </p:cNvPr>
          <p:cNvSpPr/>
          <p:nvPr/>
        </p:nvSpPr>
        <p:spPr>
          <a:xfrm>
            <a:off x="6900333" y="3090346"/>
            <a:ext cx="1957917" cy="7196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return minustimes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순서도: 처리 24">
            <a:extLst>
              <a:ext uri="{FF2B5EF4-FFF2-40B4-BE49-F238E27FC236}">
                <a16:creationId xmlns:a16="http://schemas.microsoft.com/office/drawing/2014/main" id="{F607C338-7A2C-E2BD-068E-7B02FFD5FE95}"/>
              </a:ext>
            </a:extLst>
          </p:cNvPr>
          <p:cNvSpPr/>
          <p:nvPr/>
        </p:nvSpPr>
        <p:spPr>
          <a:xfrm>
            <a:off x="4077926" y="4344469"/>
            <a:ext cx="1957917" cy="7196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return minus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3FB5896-B28C-74BF-7BFF-66BEA1C4C347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>
            <a:off x="6155437" y="918632"/>
            <a:ext cx="30128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D1A061D-57CC-7DB1-EFAB-93383EE6F0BF}"/>
              </a:ext>
            </a:extLst>
          </p:cNvPr>
          <p:cNvCxnSpPr>
            <a:stCxn id="18" idx="2"/>
            <a:endCxn id="22" idx="0"/>
          </p:cNvCxnSpPr>
          <p:nvPr/>
        </p:nvCxnSpPr>
        <p:spPr>
          <a:xfrm flipH="1">
            <a:off x="5056886" y="1670049"/>
            <a:ext cx="1" cy="99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8C118C0-EF54-91AD-92B8-DC89002235EA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 flipH="1">
            <a:off x="5056885" y="2695310"/>
            <a:ext cx="1" cy="99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435DA58-EF8D-1AE9-5411-E58E0AE9DF7B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6571190" y="3450180"/>
            <a:ext cx="3291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2016433A-9248-580F-E776-532ACE0B4988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>
            <a:off x="5056885" y="4105560"/>
            <a:ext cx="0" cy="238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5959470" y="52265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4368164" y="1530630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6AED08-D431-BCF1-01B3-23B6CCE675C0}"/>
              </a:ext>
            </a:extLst>
          </p:cNvPr>
          <p:cNvSpPr txBox="1"/>
          <p:nvPr/>
        </p:nvSpPr>
        <p:spPr>
          <a:xfrm>
            <a:off x="6322564" y="311637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3C66DF-6403-9838-33B0-FD017D0B73FA}"/>
              </a:ext>
            </a:extLst>
          </p:cNvPr>
          <p:cNvSpPr txBox="1"/>
          <p:nvPr/>
        </p:nvSpPr>
        <p:spPr>
          <a:xfrm>
            <a:off x="4466477" y="400960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7B75D0-C61B-878A-E0A8-9BD1C2EF73F2}"/>
              </a:ext>
            </a:extLst>
          </p:cNvPr>
          <p:cNvSpPr txBox="1"/>
          <p:nvPr/>
        </p:nvSpPr>
        <p:spPr>
          <a:xfrm>
            <a:off x="4466477" y="2607720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436633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64042" y="700617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start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F482647-2CE0-870C-1408-EB482AE07B38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112309" y="920749"/>
            <a:ext cx="45296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3444876" y="918633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1800661" y="1995664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char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printToken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(precedence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token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565276" y="181684"/>
            <a:ext cx="4757288" cy="150283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lparen, rparen, plus, minus, divide, times, mod, eos, minustimes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A3841EAB-1B3A-0484-4DB3-A4D84DF59C7E}"/>
              </a:ext>
            </a:extLst>
          </p:cNvPr>
          <p:cNvSpPr/>
          <p:nvPr/>
        </p:nvSpPr>
        <p:spPr>
          <a:xfrm>
            <a:off x="6513633" y="368735"/>
            <a:ext cx="1957917" cy="11307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print &amp; return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‘(‘, ‘)’, ‘+’, ‘-’, ‘/’, ‘*’, ‘%’, #’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6073938" y="54672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1416308" y="282567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181F70D-1C7E-B2BE-061D-B37D3FFBD9A9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>
            <a:off x="6322564" y="933101"/>
            <a:ext cx="191069" cy="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322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207585" y="231453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F482647-2CE0-870C-1408-EB482AE07B38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155852" y="451585"/>
            <a:ext cx="45296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3693457" y="963023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4689038" y="3903919"/>
            <a:ext cx="3223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postfix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char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expr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A3841EAB-1B3A-0484-4DB3-A4D84DF59C7E}"/>
              </a:ext>
            </a:extLst>
          </p:cNvPr>
          <p:cNvSpPr/>
          <p:nvPr/>
        </p:nvSpPr>
        <p:spPr>
          <a:xfrm>
            <a:off x="5395206" y="4780795"/>
            <a:ext cx="1957917" cy="11307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print &amp; return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‘(‘, ‘)’, ‘+’, ‘-’, ‘/’, ‘*’, ‘%’, #’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9208012" y="503838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8310594" y="4545938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1629240" y="210080"/>
            <a:ext cx="4744925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getToken from the expr[0] to token != end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1629241" y="671718"/>
            <a:ext cx="4744926" cy="297700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877822" y="764882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operand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3516131" y="772439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1877822" y="1424661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3516131" y="1337053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3516131" y="1608105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5284696" y="142466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2163727" y="2233094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2163727" y="2746148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5284695" y="2638785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6781794" y="210080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6781792" y="660882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9851906" y="219887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2014264" y="112351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2014264" y="1820943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3030811" y="64456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3023042" y="130038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3279437" y="952346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70CAE17-951D-8F96-B30E-03292D358BEB}"/>
              </a:ext>
            </a:extLst>
          </p:cNvPr>
          <p:cNvCxnSpPr>
            <a:stCxn id="18" idx="2"/>
            <a:endCxn id="8" idx="0"/>
          </p:cNvCxnSpPr>
          <p:nvPr/>
        </p:nvCxnSpPr>
        <p:spPr>
          <a:xfrm>
            <a:off x="2597152" y="1161164"/>
            <a:ext cx="0" cy="263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3316481" y="1622802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2597151" y="1820943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5045861" y="1655481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5045861" y="2869605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AA5763C-C9B5-9EA1-0874-E9FA6E0F7BAF}"/>
              </a:ext>
            </a:extLst>
          </p:cNvPr>
          <p:cNvCxnSpPr>
            <a:stCxn id="3" idx="3"/>
            <a:endCxn id="22" idx="1"/>
          </p:cNvCxnSpPr>
          <p:nvPr/>
        </p:nvCxnSpPr>
        <p:spPr>
          <a:xfrm>
            <a:off x="6374165" y="440899"/>
            <a:ext cx="4076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9667783" y="440899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472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207585" y="231453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F482647-2CE0-870C-1408-EB482AE07B38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 flipV="1">
            <a:off x="1155852" y="440899"/>
            <a:ext cx="473388" cy="10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3693457" y="963023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2540249" y="5788431"/>
            <a:ext cx="2844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eval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char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expr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9208012" y="503838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9594849" y="477944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1629240" y="210080"/>
            <a:ext cx="406361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token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1629241" y="671718"/>
            <a:ext cx="4063619" cy="488589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877822" y="764882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operand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3516131" y="772439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symbol-’0’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1877822" y="1424661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8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minustimes</a:t>
            </a:r>
            <a:endParaRPr lang="ko-KR" altLang="en-US" sz="8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9594849" y="2128720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9054129" y="3406601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1863604" y="2224286"/>
            <a:ext cx="1529730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op1 = pop; op2 = pop;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3531546" y="3058795"/>
            <a:ext cx="1156233" cy="31042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op1+op2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6166247" y="214812"/>
            <a:ext cx="1872702" cy="47354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popped data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9851906" y="219887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2014264" y="112351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2014264" y="1820943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3030811" y="64456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3023042" y="130038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3279437" y="952346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70CAE17-951D-8F96-B30E-03292D358BEB}"/>
              </a:ext>
            </a:extLst>
          </p:cNvPr>
          <p:cNvCxnSpPr>
            <a:cxnSpLocks/>
            <a:stCxn id="18" idx="2"/>
            <a:endCxn id="8" idx="0"/>
          </p:cNvCxnSpPr>
          <p:nvPr/>
        </p:nvCxnSpPr>
        <p:spPr>
          <a:xfrm>
            <a:off x="2597152" y="1161164"/>
            <a:ext cx="0" cy="263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316481" y="1622802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2597151" y="1820943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AA5763C-C9B5-9EA1-0874-E9FA6E0F7BAF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692859" y="440899"/>
            <a:ext cx="4948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9667783" y="440899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DBE179EB-E3F0-6C81-C060-DDB69A84EC0E}"/>
              </a:ext>
            </a:extLst>
          </p:cNvPr>
          <p:cNvSpPr/>
          <p:nvPr/>
        </p:nvSpPr>
        <p:spPr>
          <a:xfrm>
            <a:off x="3514771" y="1454273"/>
            <a:ext cx="1880427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minus of popped data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판단 30">
            <a:extLst>
              <a:ext uri="{FF2B5EF4-FFF2-40B4-BE49-F238E27FC236}">
                <a16:creationId xmlns:a16="http://schemas.microsoft.com/office/drawing/2014/main" id="{1D150CA4-29FB-E705-1ECF-1A94AF3784BA}"/>
              </a:ext>
            </a:extLst>
          </p:cNvPr>
          <p:cNvSpPr/>
          <p:nvPr/>
        </p:nvSpPr>
        <p:spPr>
          <a:xfrm>
            <a:off x="1909140" y="3015868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plus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판단 32">
            <a:extLst>
              <a:ext uri="{FF2B5EF4-FFF2-40B4-BE49-F238E27FC236}">
                <a16:creationId xmlns:a16="http://schemas.microsoft.com/office/drawing/2014/main" id="{CC918504-0404-2768-6ECE-8E8B2F454947}"/>
              </a:ext>
            </a:extLst>
          </p:cNvPr>
          <p:cNvSpPr/>
          <p:nvPr/>
        </p:nvSpPr>
        <p:spPr>
          <a:xfrm>
            <a:off x="1909140" y="3495874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minus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판단 34">
            <a:extLst>
              <a:ext uri="{FF2B5EF4-FFF2-40B4-BE49-F238E27FC236}">
                <a16:creationId xmlns:a16="http://schemas.microsoft.com/office/drawing/2014/main" id="{771865E6-699B-31AE-9A17-0CB9281FA41D}"/>
              </a:ext>
            </a:extLst>
          </p:cNvPr>
          <p:cNvSpPr/>
          <p:nvPr/>
        </p:nvSpPr>
        <p:spPr>
          <a:xfrm>
            <a:off x="1909139" y="3991841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times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9" name="순서도: 판단 38">
            <a:extLst>
              <a:ext uri="{FF2B5EF4-FFF2-40B4-BE49-F238E27FC236}">
                <a16:creationId xmlns:a16="http://schemas.microsoft.com/office/drawing/2014/main" id="{8B965121-BA24-FD58-0099-04A006F1C0D5}"/>
              </a:ext>
            </a:extLst>
          </p:cNvPr>
          <p:cNvSpPr/>
          <p:nvPr/>
        </p:nvSpPr>
        <p:spPr>
          <a:xfrm>
            <a:off x="1909140" y="4471847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divide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1" name="순서도: 판단 40">
            <a:extLst>
              <a:ext uri="{FF2B5EF4-FFF2-40B4-BE49-F238E27FC236}">
                <a16:creationId xmlns:a16="http://schemas.microsoft.com/office/drawing/2014/main" id="{78CF673F-D804-4E41-2402-0638F7D3F723}"/>
              </a:ext>
            </a:extLst>
          </p:cNvPr>
          <p:cNvSpPr/>
          <p:nvPr/>
        </p:nvSpPr>
        <p:spPr>
          <a:xfrm>
            <a:off x="1912666" y="4964115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mod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5" name="순서도: 처리 44">
            <a:extLst>
              <a:ext uri="{FF2B5EF4-FFF2-40B4-BE49-F238E27FC236}">
                <a16:creationId xmlns:a16="http://schemas.microsoft.com/office/drawing/2014/main" id="{631D74A1-0F35-3D54-E3EA-8411B6F2D805}"/>
              </a:ext>
            </a:extLst>
          </p:cNvPr>
          <p:cNvSpPr/>
          <p:nvPr/>
        </p:nvSpPr>
        <p:spPr>
          <a:xfrm>
            <a:off x="3531546" y="3538801"/>
            <a:ext cx="1156233" cy="31042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op1-op2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7" name="순서도: 처리 46">
            <a:extLst>
              <a:ext uri="{FF2B5EF4-FFF2-40B4-BE49-F238E27FC236}">
                <a16:creationId xmlns:a16="http://schemas.microsoft.com/office/drawing/2014/main" id="{6381205E-2E7F-BA85-AE56-A983BDC35265}"/>
              </a:ext>
            </a:extLst>
          </p:cNvPr>
          <p:cNvSpPr/>
          <p:nvPr/>
        </p:nvSpPr>
        <p:spPr>
          <a:xfrm>
            <a:off x="3531546" y="4038868"/>
            <a:ext cx="1156233" cy="31042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op1*op2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19408133-8E62-B67B-B822-15F04417E34A}"/>
              </a:ext>
            </a:extLst>
          </p:cNvPr>
          <p:cNvSpPr/>
          <p:nvPr/>
        </p:nvSpPr>
        <p:spPr>
          <a:xfrm>
            <a:off x="3528063" y="4516654"/>
            <a:ext cx="1156233" cy="31042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op1/op2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B7AAFD36-DD7F-63EA-690E-9636B41F807E}"/>
              </a:ext>
            </a:extLst>
          </p:cNvPr>
          <p:cNvSpPr/>
          <p:nvPr/>
        </p:nvSpPr>
        <p:spPr>
          <a:xfrm>
            <a:off x="3514771" y="5009097"/>
            <a:ext cx="1156233" cy="31042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op1%op2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E907EF6E-0270-9C5F-FC8D-26F1C2157ACC}"/>
              </a:ext>
            </a:extLst>
          </p:cNvPr>
          <p:cNvCxnSpPr>
            <a:stCxn id="16" idx="2"/>
            <a:endCxn id="31" idx="0"/>
          </p:cNvCxnSpPr>
          <p:nvPr/>
        </p:nvCxnSpPr>
        <p:spPr>
          <a:xfrm>
            <a:off x="2628469" y="2757478"/>
            <a:ext cx="1" cy="258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6D77DF7E-EFB3-6676-3F0F-CC6C7B7B8236}"/>
              </a:ext>
            </a:extLst>
          </p:cNvPr>
          <p:cNvCxnSpPr>
            <a:stCxn id="31" idx="3"/>
            <a:endCxn id="20" idx="1"/>
          </p:cNvCxnSpPr>
          <p:nvPr/>
        </p:nvCxnSpPr>
        <p:spPr>
          <a:xfrm>
            <a:off x="3347799" y="3214009"/>
            <a:ext cx="1837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7C706DF-4267-FA28-5CE7-657AEEA92046}"/>
              </a:ext>
            </a:extLst>
          </p:cNvPr>
          <p:cNvCxnSpPr>
            <a:stCxn id="31" idx="2"/>
            <a:endCxn id="33" idx="0"/>
          </p:cNvCxnSpPr>
          <p:nvPr/>
        </p:nvCxnSpPr>
        <p:spPr>
          <a:xfrm>
            <a:off x="2628470" y="3412150"/>
            <a:ext cx="0" cy="83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0FE92E38-37DF-3042-64DC-77992C50656A}"/>
              </a:ext>
            </a:extLst>
          </p:cNvPr>
          <p:cNvCxnSpPr>
            <a:stCxn id="33" idx="3"/>
            <a:endCxn id="45" idx="1"/>
          </p:cNvCxnSpPr>
          <p:nvPr/>
        </p:nvCxnSpPr>
        <p:spPr>
          <a:xfrm>
            <a:off x="3347799" y="3694015"/>
            <a:ext cx="1837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F794A1C8-E27D-79B0-4D53-D41E3329C066}"/>
              </a:ext>
            </a:extLst>
          </p:cNvPr>
          <p:cNvCxnSpPr>
            <a:stCxn id="33" idx="2"/>
            <a:endCxn id="35" idx="0"/>
          </p:cNvCxnSpPr>
          <p:nvPr/>
        </p:nvCxnSpPr>
        <p:spPr>
          <a:xfrm flipH="1">
            <a:off x="2628469" y="3892156"/>
            <a:ext cx="1" cy="99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B01D1CAE-19C3-C3A9-EF7A-B05DA0C20932}"/>
              </a:ext>
            </a:extLst>
          </p:cNvPr>
          <p:cNvCxnSpPr>
            <a:stCxn id="35" idx="3"/>
            <a:endCxn id="47" idx="1"/>
          </p:cNvCxnSpPr>
          <p:nvPr/>
        </p:nvCxnSpPr>
        <p:spPr>
          <a:xfrm>
            <a:off x="3347798" y="4189982"/>
            <a:ext cx="183748" cy="4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2E84BE02-8FE1-E7E6-69B3-5AEBCCE1A434}"/>
              </a:ext>
            </a:extLst>
          </p:cNvPr>
          <p:cNvCxnSpPr>
            <a:stCxn id="35" idx="2"/>
            <a:endCxn id="39" idx="0"/>
          </p:cNvCxnSpPr>
          <p:nvPr/>
        </p:nvCxnSpPr>
        <p:spPr>
          <a:xfrm>
            <a:off x="2628469" y="4388123"/>
            <a:ext cx="1" cy="83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2FB4547E-1E89-05D9-9F6E-9E9937A5D935}"/>
              </a:ext>
            </a:extLst>
          </p:cNvPr>
          <p:cNvCxnSpPr>
            <a:stCxn id="39" idx="3"/>
            <a:endCxn id="48" idx="1"/>
          </p:cNvCxnSpPr>
          <p:nvPr/>
        </p:nvCxnSpPr>
        <p:spPr>
          <a:xfrm>
            <a:off x="3347799" y="4669988"/>
            <a:ext cx="180264" cy="1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E1D46AA7-96FD-C251-BF80-7FF68AE7EE5B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>
            <a:off x="2628470" y="4868129"/>
            <a:ext cx="3526" cy="95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9BA2AC5A-A2E1-A675-532E-52199CD0AB2D}"/>
              </a:ext>
            </a:extLst>
          </p:cNvPr>
          <p:cNvCxnSpPr>
            <a:stCxn id="41" idx="3"/>
            <a:endCxn id="49" idx="1"/>
          </p:cNvCxnSpPr>
          <p:nvPr/>
        </p:nvCxnSpPr>
        <p:spPr>
          <a:xfrm>
            <a:off x="3351325" y="5162256"/>
            <a:ext cx="163446" cy="2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5CB77B9-6DC6-90F9-4B92-1F5CE94CC454}"/>
              </a:ext>
            </a:extLst>
          </p:cNvPr>
          <p:cNvSpPr txBox="1"/>
          <p:nvPr/>
        </p:nvSpPr>
        <p:spPr>
          <a:xfrm>
            <a:off x="2068892" y="329421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D15F1C3-30C6-FD0B-50D9-CD3391B354A8}"/>
              </a:ext>
            </a:extLst>
          </p:cNvPr>
          <p:cNvSpPr txBox="1"/>
          <p:nvPr/>
        </p:nvSpPr>
        <p:spPr>
          <a:xfrm>
            <a:off x="2054023" y="379462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7598731-8D41-6B28-392A-9BE0445C8838}"/>
              </a:ext>
            </a:extLst>
          </p:cNvPr>
          <p:cNvSpPr txBox="1"/>
          <p:nvPr/>
        </p:nvSpPr>
        <p:spPr>
          <a:xfrm>
            <a:off x="2075764" y="428081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EA057FC-BC75-EA50-BB8E-A32A5ECA09F9}"/>
              </a:ext>
            </a:extLst>
          </p:cNvPr>
          <p:cNvSpPr txBox="1"/>
          <p:nvPr/>
        </p:nvSpPr>
        <p:spPr>
          <a:xfrm>
            <a:off x="2075764" y="477944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C6B87BD-C308-C17E-8309-CC9087ADF7C5}"/>
              </a:ext>
            </a:extLst>
          </p:cNvPr>
          <p:cNvSpPr txBox="1"/>
          <p:nvPr/>
        </p:nvSpPr>
        <p:spPr>
          <a:xfrm>
            <a:off x="3104461" y="291680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F8B4ED0-29A0-373C-1B61-D6E401E7BB41}"/>
              </a:ext>
            </a:extLst>
          </p:cNvPr>
          <p:cNvSpPr txBox="1"/>
          <p:nvPr/>
        </p:nvSpPr>
        <p:spPr>
          <a:xfrm>
            <a:off x="3104461" y="3380814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23A8CD-A8BD-4CC9-9FBC-02D9148AC087}"/>
              </a:ext>
            </a:extLst>
          </p:cNvPr>
          <p:cNvSpPr txBox="1"/>
          <p:nvPr/>
        </p:nvSpPr>
        <p:spPr>
          <a:xfrm>
            <a:off x="3104460" y="3862420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FCD0F92-44B8-2AA0-6A22-077D2CB40724}"/>
              </a:ext>
            </a:extLst>
          </p:cNvPr>
          <p:cNvSpPr txBox="1"/>
          <p:nvPr/>
        </p:nvSpPr>
        <p:spPr>
          <a:xfrm>
            <a:off x="3087240" y="436064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EDA02E1-AE93-F7B7-4FD3-2D817E0CA43C}"/>
              </a:ext>
            </a:extLst>
          </p:cNvPr>
          <p:cNvSpPr txBox="1"/>
          <p:nvPr/>
        </p:nvSpPr>
        <p:spPr>
          <a:xfrm>
            <a:off x="3087240" y="4867399"/>
            <a:ext cx="497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95996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47781-C19B-B6C8-35CB-597747B7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927" y="2327091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ko-KR" sz="40000" dirty="0"/>
              <a:t>2</a:t>
            </a:r>
            <a:endParaRPr lang="ko-KR" altLang="en-US" sz="40000" dirty="0"/>
          </a:p>
        </p:txBody>
      </p:sp>
    </p:spTree>
    <p:extLst>
      <p:ext uri="{BB962C8B-B14F-4D97-AF65-F5344CB8AC3E}">
        <p14:creationId xmlns:p14="http://schemas.microsoft.com/office/powerpoint/2010/main" val="845369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59EB4062-031E-A548-CAF0-6201B07DE202}"/>
              </a:ext>
            </a:extLst>
          </p:cNvPr>
          <p:cNvSpPr/>
          <p:nvPr/>
        </p:nvSpPr>
        <p:spPr>
          <a:xfrm>
            <a:off x="4668482" y="88896"/>
            <a:ext cx="2908300" cy="168909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precedence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{lparen, rparen, plus, minus, times, divide, mod, eos, minustimes, operand, end}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66DF5416-EC87-D201-311D-B9E9DF117416}"/>
              </a:ext>
            </a:extLst>
          </p:cNvPr>
          <p:cNvSpPr/>
          <p:nvPr/>
        </p:nvSpPr>
        <p:spPr>
          <a:xfrm>
            <a:off x="227504" y="1990723"/>
            <a:ext cx="1947526" cy="135255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_charstack{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char data[20][20]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int top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846070D1-3B03-4934-4C4A-213AF68B76E1}"/>
              </a:ext>
            </a:extLst>
          </p:cNvPr>
          <p:cNvSpPr/>
          <p:nvPr/>
        </p:nvSpPr>
        <p:spPr>
          <a:xfrm>
            <a:off x="4668482" y="1990723"/>
            <a:ext cx="2382270" cy="135255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_precedencestack{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precedence data[20]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int top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DA56DF7F-D8A4-110C-11F6-632F7A9F305A}"/>
              </a:ext>
            </a:extLst>
          </p:cNvPr>
          <p:cNvSpPr/>
          <p:nvPr/>
        </p:nvSpPr>
        <p:spPr>
          <a:xfrm>
            <a:off x="4668482" y="3693588"/>
            <a:ext cx="4039034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void push(pstack* s, precedence token)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pstack is not full{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top++; push token;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DD3CC3B2-1753-A3ED-9964-641A20CBD36C}"/>
              </a:ext>
            </a:extLst>
          </p:cNvPr>
          <p:cNvSpPr/>
          <p:nvPr/>
        </p:nvSpPr>
        <p:spPr>
          <a:xfrm>
            <a:off x="227504" y="3693588"/>
            <a:ext cx="3865102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void </a:t>
            </a:r>
            <a:r>
              <a:rPr lang="en-US" altLang="ko-KR" dirty="0" err="1">
                <a:solidFill>
                  <a:sysClr val="windowText" lastClr="000000"/>
                </a:solidFill>
              </a:rPr>
              <a:t>cpush</a:t>
            </a:r>
            <a:r>
              <a:rPr lang="en-US" altLang="ko-KR" dirty="0">
                <a:solidFill>
                  <a:sysClr val="windowText" lastClr="000000"/>
                </a:solidFill>
              </a:rPr>
              <a:t>(stack* s, char operand[])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 is not full{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top++; push token;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AA12257F-C715-26BC-7CF2-8E6B6EC589FD}"/>
              </a:ext>
            </a:extLst>
          </p:cNvPr>
          <p:cNvSpPr/>
          <p:nvPr/>
        </p:nvSpPr>
        <p:spPr>
          <a:xfrm>
            <a:off x="227504" y="5409147"/>
            <a:ext cx="3865101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int cpop(stack* s)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 is not empty{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top--; pop data;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F49A4465-11B4-DBC3-21C7-C2D68B1CB7D2}"/>
              </a:ext>
            </a:extLst>
          </p:cNvPr>
          <p:cNvSpPr/>
          <p:nvPr/>
        </p:nvSpPr>
        <p:spPr>
          <a:xfrm>
            <a:off x="4668482" y="5403858"/>
            <a:ext cx="4039034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precedence push(pstack* s)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pstack is not empty{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top--; pop data;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805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64042" y="700617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F482647-2CE0-870C-1408-EB482AE07B38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112309" y="920749"/>
            <a:ext cx="45296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3444876" y="918633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598647" y="1689446"/>
            <a:ext cx="6896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precedence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getToken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char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symbol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char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expr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0E09E288-BD54-F645-F99D-8835B91C4827}"/>
              </a:ext>
            </a:extLst>
          </p:cNvPr>
          <p:cNvSpPr/>
          <p:nvPr/>
        </p:nvSpPr>
        <p:spPr>
          <a:xfrm>
            <a:off x="1534584" y="558799"/>
            <a:ext cx="1957917" cy="7196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symbol = expr[n]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3958337" y="167215"/>
            <a:ext cx="2197100" cy="150283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‘(‘, ‘)’, ‘+’, ‘/’, ‘*’, ‘%’, ‘ ‘, ‘\0’, ‘-’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A3841EAB-1B3A-0484-4DB3-A4D84DF59C7E}"/>
              </a:ext>
            </a:extLst>
          </p:cNvPr>
          <p:cNvSpPr/>
          <p:nvPr/>
        </p:nvSpPr>
        <p:spPr>
          <a:xfrm>
            <a:off x="6456722" y="558799"/>
            <a:ext cx="1957917" cy="7196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each precedence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판단 21">
            <a:extLst>
              <a:ext uri="{FF2B5EF4-FFF2-40B4-BE49-F238E27FC236}">
                <a16:creationId xmlns:a16="http://schemas.microsoft.com/office/drawing/2014/main" id="{CE0B2149-907E-ECEF-0FC4-86425900EC6B}"/>
              </a:ext>
            </a:extLst>
          </p:cNvPr>
          <p:cNvSpPr/>
          <p:nvPr/>
        </p:nvSpPr>
        <p:spPr>
          <a:xfrm>
            <a:off x="9634373" y="4138365"/>
            <a:ext cx="1231899" cy="925771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‘-’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3" name="순서도: 판단 22">
            <a:extLst>
              <a:ext uri="{FF2B5EF4-FFF2-40B4-BE49-F238E27FC236}">
                <a16:creationId xmlns:a16="http://schemas.microsoft.com/office/drawing/2014/main" id="{1111E0F0-9BAC-6EAB-FFA8-B24488C53F91}"/>
              </a:ext>
            </a:extLst>
          </p:cNvPr>
          <p:cNvSpPr/>
          <p:nvPr/>
        </p:nvSpPr>
        <p:spPr>
          <a:xfrm>
            <a:off x="3542580" y="2794800"/>
            <a:ext cx="3028610" cy="131076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</a:rPr>
              <a:t>n==1</a:t>
            </a:r>
          </a:p>
          <a:p>
            <a:pPr algn="ctr"/>
            <a:r>
              <a:rPr lang="en-US" altLang="ko-KR" sz="1400" dirty="0">
                <a:solidFill>
                  <a:sysClr val="windowText" lastClr="000000"/>
                </a:solidFill>
              </a:rPr>
              <a:t>or</a:t>
            </a:r>
          </a:p>
          <a:p>
            <a:pPr algn="ctr"/>
            <a:r>
              <a:rPr lang="en-US" altLang="ko-KR" sz="1400" dirty="0">
                <a:solidFill>
                  <a:sysClr val="windowText" lastClr="000000"/>
                </a:solidFill>
              </a:rPr>
              <a:t>previous expression is ‘(‘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24" name="순서도: 처리 23">
            <a:extLst>
              <a:ext uri="{FF2B5EF4-FFF2-40B4-BE49-F238E27FC236}">
                <a16:creationId xmlns:a16="http://schemas.microsoft.com/office/drawing/2014/main" id="{307EA057-AEA8-5AA3-1D37-1A419EFD6509}"/>
              </a:ext>
            </a:extLst>
          </p:cNvPr>
          <p:cNvSpPr/>
          <p:nvPr/>
        </p:nvSpPr>
        <p:spPr>
          <a:xfrm>
            <a:off x="6900333" y="3090346"/>
            <a:ext cx="1957917" cy="7196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return minustimes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순서도: 처리 24">
            <a:extLst>
              <a:ext uri="{FF2B5EF4-FFF2-40B4-BE49-F238E27FC236}">
                <a16:creationId xmlns:a16="http://schemas.microsoft.com/office/drawing/2014/main" id="{F607C338-7A2C-E2BD-068E-7B02FFD5FE95}"/>
              </a:ext>
            </a:extLst>
          </p:cNvPr>
          <p:cNvSpPr/>
          <p:nvPr/>
        </p:nvSpPr>
        <p:spPr>
          <a:xfrm>
            <a:off x="4077926" y="4344469"/>
            <a:ext cx="1957917" cy="7196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return minus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3FB5896-B28C-74BF-7BFF-66BEA1C4C347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>
            <a:off x="6155437" y="918632"/>
            <a:ext cx="30128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D1A061D-57CC-7DB1-EFAB-93383EE6F0BF}"/>
              </a:ext>
            </a:extLst>
          </p:cNvPr>
          <p:cNvCxnSpPr>
            <a:cxnSpLocks/>
          </p:cNvCxnSpPr>
          <p:nvPr/>
        </p:nvCxnSpPr>
        <p:spPr>
          <a:xfrm flipH="1">
            <a:off x="9985414" y="2994876"/>
            <a:ext cx="1" cy="99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8C118C0-EF54-91AD-92B8-DC89002235EA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 flipH="1" flipV="1">
            <a:off x="5056885" y="2794800"/>
            <a:ext cx="5193438" cy="2269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435DA58-EF8D-1AE9-5411-E58E0AE9DF7B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6571190" y="3450180"/>
            <a:ext cx="3291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2016433A-9248-580F-E776-532ACE0B4988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>
            <a:off x="5056885" y="4105560"/>
            <a:ext cx="0" cy="238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5959470" y="52265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495087" y="264091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6AED08-D431-BCF1-01B3-23B6CCE675C0}"/>
              </a:ext>
            </a:extLst>
          </p:cNvPr>
          <p:cNvSpPr txBox="1"/>
          <p:nvPr/>
        </p:nvSpPr>
        <p:spPr>
          <a:xfrm>
            <a:off x="6322564" y="311637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3C66DF-6403-9838-33B0-FD017D0B73FA}"/>
              </a:ext>
            </a:extLst>
          </p:cNvPr>
          <p:cNvSpPr txBox="1"/>
          <p:nvPr/>
        </p:nvSpPr>
        <p:spPr>
          <a:xfrm>
            <a:off x="4466477" y="400960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7B75D0-C61B-878A-E0A8-9BD1C2EF73F2}"/>
              </a:ext>
            </a:extLst>
          </p:cNvPr>
          <p:cNvSpPr txBox="1"/>
          <p:nvPr/>
        </p:nvSpPr>
        <p:spPr>
          <a:xfrm>
            <a:off x="4466477" y="2607720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33183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64042" y="700617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F482647-2CE0-870C-1408-EB482AE07B38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112309" y="920749"/>
            <a:ext cx="45296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3444876" y="918633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1800661" y="1995664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char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printToken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(precedence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token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565276" y="181684"/>
            <a:ext cx="4757288" cy="150283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lparen, rparen, plus, minus, divide, times, mod, eos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A3841EAB-1B3A-0484-4DB3-A4D84DF59C7E}"/>
              </a:ext>
            </a:extLst>
          </p:cNvPr>
          <p:cNvSpPr/>
          <p:nvPr/>
        </p:nvSpPr>
        <p:spPr>
          <a:xfrm>
            <a:off x="6513633" y="368735"/>
            <a:ext cx="2168728" cy="11307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</a:t>
            </a:r>
          </a:p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‘(‘, ‘)’, ‘+’, ‘-’, ‘/’, ‘*’, ‘%’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6073938" y="54672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1416308" y="282567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181F70D-1C7E-B2BE-061D-B37D3FFBD9A9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6322564" y="933101"/>
            <a:ext cx="191069" cy="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099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207585" y="231453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F482647-2CE0-870C-1408-EB482AE07B38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155852" y="451585"/>
            <a:ext cx="45296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3693457" y="963023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4602936" y="5612707"/>
            <a:ext cx="309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prefix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char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expr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1629240" y="210080"/>
            <a:ext cx="4964571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getToken from the expr[0] to token != end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1629240" y="671717"/>
            <a:ext cx="4964571" cy="476162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877822" y="764882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operand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3516131" y="772439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operand to charstack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1877822" y="1424661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3510630" y="2143436"/>
            <a:ext cx="1529730" cy="28267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and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3510630" y="2426111"/>
            <a:ext cx="1529730" cy="10666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op1 = cpop; op2 = cpop;</a:t>
            </a:r>
          </a:p>
          <a:p>
            <a:pPr algn="ctr"/>
            <a:r>
              <a:rPr lang="en-US" altLang="ko-KR" sz="10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op = pop(pstack)</a:t>
            </a:r>
          </a:p>
          <a:p>
            <a:pPr algn="ctr"/>
            <a:r>
              <a:rPr lang="en-US" altLang="ko-KR" sz="10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str = concatenate “op|op2|op1”</a:t>
            </a:r>
          </a:p>
          <a:p>
            <a:pPr algn="ctr"/>
            <a:r>
              <a:rPr lang="en-US" altLang="ko-KR" sz="10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str to charstack</a:t>
            </a: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5234510" y="2219536"/>
            <a:ext cx="123750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</a:p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precedence stack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1830601" y="3685646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pstack isn’t empty &amp;&amp;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6781794" y="210080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pstack isn’t empty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2014264" y="112351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2014264" y="1820943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3030811" y="64456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3023042" y="130038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3279437" y="952346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70CAE17-951D-8F96-B30E-03292D358BEB}"/>
              </a:ext>
            </a:extLst>
          </p:cNvPr>
          <p:cNvCxnSpPr>
            <a:stCxn id="18" idx="2"/>
            <a:endCxn id="8" idx="0"/>
          </p:cNvCxnSpPr>
          <p:nvPr/>
        </p:nvCxnSpPr>
        <p:spPr>
          <a:xfrm>
            <a:off x="2597152" y="1161164"/>
            <a:ext cx="0" cy="263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3316481" y="1622802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2597151" y="1820943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AA5763C-C9B5-9EA1-0874-E9FA6E0F7BAF}"/>
              </a:ext>
            </a:extLst>
          </p:cNvPr>
          <p:cNvCxnSpPr>
            <a:cxnSpLocks/>
            <a:stCxn id="3" idx="3"/>
            <a:endCxn id="22" idx="1"/>
          </p:cNvCxnSpPr>
          <p:nvPr/>
        </p:nvCxnSpPr>
        <p:spPr>
          <a:xfrm>
            <a:off x="6593811" y="440899"/>
            <a:ext cx="1879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9667783" y="440899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4E00B50E-5A31-DD71-61BE-D0ACFACA6705}"/>
              </a:ext>
            </a:extLst>
          </p:cNvPr>
          <p:cNvSpPr/>
          <p:nvPr/>
        </p:nvSpPr>
        <p:spPr>
          <a:xfrm>
            <a:off x="3516131" y="1457316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lparen to precedence stack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순서도: 판단 14">
            <a:extLst>
              <a:ext uri="{FF2B5EF4-FFF2-40B4-BE49-F238E27FC236}">
                <a16:creationId xmlns:a16="http://schemas.microsoft.com/office/drawing/2014/main" id="{540660DE-12C4-E536-63AB-A60E139EE58D}"/>
              </a:ext>
            </a:extLst>
          </p:cNvPr>
          <p:cNvSpPr/>
          <p:nvPr/>
        </p:nvSpPr>
        <p:spPr>
          <a:xfrm>
            <a:off x="1877821" y="2234114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8B5FD3AE-2401-4619-342F-FE7B30184CBB}"/>
              </a:ext>
            </a:extLst>
          </p:cNvPr>
          <p:cNvSpPr/>
          <p:nvPr/>
        </p:nvSpPr>
        <p:spPr>
          <a:xfrm>
            <a:off x="1830600" y="4213151"/>
            <a:ext cx="2882133" cy="10666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op1 = cpop; op2 = cpop;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op = pop(pstack)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str = concatenate “op|op2|op1”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str to charstack</a:t>
            </a: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829F7510-1026-C725-DEB3-B934906089F8}"/>
              </a:ext>
            </a:extLst>
          </p:cNvPr>
          <p:cNvSpPr/>
          <p:nvPr/>
        </p:nvSpPr>
        <p:spPr>
          <a:xfrm>
            <a:off x="4914093" y="4098219"/>
            <a:ext cx="123750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 to </a:t>
            </a:r>
          </a:p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precedence stack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07D6E509-0629-A727-5ECD-F108BD109F56}"/>
              </a:ext>
            </a:extLst>
          </p:cNvPr>
          <p:cNvSpPr/>
          <p:nvPr/>
        </p:nvSpPr>
        <p:spPr>
          <a:xfrm>
            <a:off x="6785650" y="671717"/>
            <a:ext cx="2882134" cy="10666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op1 = cpop; op2 = cpop;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op = pop(pstack)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str = concatenate “op|op2|op1”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str to charstack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BA1F924-B296-DB68-A8A2-778688984AFB}"/>
              </a:ext>
            </a:extLst>
          </p:cNvPr>
          <p:cNvCxnSpPr>
            <a:stCxn id="15" idx="2"/>
          </p:cNvCxnSpPr>
          <p:nvPr/>
        </p:nvCxnSpPr>
        <p:spPr>
          <a:xfrm>
            <a:off x="2597151" y="2630396"/>
            <a:ext cx="0" cy="1055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5E0E44E0-D6EA-F4D7-1226-15862D684288}"/>
              </a:ext>
            </a:extLst>
          </p:cNvPr>
          <p:cNvCxnSpPr>
            <a:stCxn id="15" idx="3"/>
          </p:cNvCxnSpPr>
          <p:nvPr/>
        </p:nvCxnSpPr>
        <p:spPr>
          <a:xfrm>
            <a:off x="3316480" y="2432255"/>
            <a:ext cx="194150" cy="19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85F846AA-AA6B-6A12-EA1B-80444CC906B2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>
            <a:off x="5040360" y="2284773"/>
            <a:ext cx="194150" cy="1655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15E767B0-AF94-7695-FC41-A99D7BC52118}"/>
              </a:ext>
            </a:extLst>
          </p:cNvPr>
          <p:cNvCxnSpPr>
            <a:endCxn id="33" idx="1"/>
          </p:cNvCxnSpPr>
          <p:nvPr/>
        </p:nvCxnSpPr>
        <p:spPr>
          <a:xfrm>
            <a:off x="4712733" y="3942703"/>
            <a:ext cx="201360" cy="386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6159220-3907-E8D0-CB9D-486D6E4C3E08}"/>
              </a:ext>
            </a:extLst>
          </p:cNvPr>
          <p:cNvSpPr txBox="1"/>
          <p:nvPr/>
        </p:nvSpPr>
        <p:spPr>
          <a:xfrm>
            <a:off x="2023142" y="263774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EA4BE9-CD06-6B8D-15B0-30922BDD6C38}"/>
              </a:ext>
            </a:extLst>
          </p:cNvPr>
          <p:cNvSpPr txBox="1"/>
          <p:nvPr/>
        </p:nvSpPr>
        <p:spPr>
          <a:xfrm>
            <a:off x="3030811" y="2149334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CF5A9604-8A8B-59B4-C70C-CBBDFE0A6E12}"/>
              </a:ext>
            </a:extLst>
          </p:cNvPr>
          <p:cNvSpPr/>
          <p:nvPr/>
        </p:nvSpPr>
        <p:spPr>
          <a:xfrm>
            <a:off x="9851906" y="247593"/>
            <a:ext cx="2223139" cy="38661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top data of char stack</a:t>
            </a:r>
          </a:p>
        </p:txBody>
      </p:sp>
    </p:spTree>
    <p:extLst>
      <p:ext uri="{BB962C8B-B14F-4D97-AF65-F5344CB8AC3E}">
        <p14:creationId xmlns:p14="http://schemas.microsoft.com/office/powerpoint/2010/main" val="2317239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D9DCAAA0-38AA-9F5A-CF04-C15E789C9630}"/>
              </a:ext>
            </a:extLst>
          </p:cNvPr>
          <p:cNvSpPr/>
          <p:nvPr/>
        </p:nvSpPr>
        <p:spPr>
          <a:xfrm>
            <a:off x="359833" y="452967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데이터 4">
            <a:extLst>
              <a:ext uri="{FF2B5EF4-FFF2-40B4-BE49-F238E27FC236}">
                <a16:creationId xmlns:a16="http://schemas.microsoft.com/office/drawing/2014/main" id="{EFB56158-E30E-259B-94ED-BF57788C4383}"/>
              </a:ext>
            </a:extLst>
          </p:cNvPr>
          <p:cNvSpPr/>
          <p:nvPr/>
        </p:nvSpPr>
        <p:spPr>
          <a:xfrm>
            <a:off x="1526117" y="347132"/>
            <a:ext cx="2349500" cy="651933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scan expression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종속 처리 5">
            <a:extLst>
              <a:ext uri="{FF2B5EF4-FFF2-40B4-BE49-F238E27FC236}">
                <a16:creationId xmlns:a16="http://schemas.microsoft.com/office/drawing/2014/main" id="{4812518A-7A00-0665-08ED-2E28F605FF30}"/>
              </a:ext>
            </a:extLst>
          </p:cNvPr>
          <p:cNvSpPr/>
          <p:nvPr/>
        </p:nvSpPr>
        <p:spPr>
          <a:xfrm>
            <a:off x="4178300" y="397933"/>
            <a:ext cx="1968500" cy="546099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prefix(expr)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수행의 시작/종료 6">
            <a:extLst>
              <a:ext uri="{FF2B5EF4-FFF2-40B4-BE49-F238E27FC236}">
                <a16:creationId xmlns:a16="http://schemas.microsoft.com/office/drawing/2014/main" id="{51C1B845-7B9F-55C1-DCE6-A55D5679001A}"/>
              </a:ext>
            </a:extLst>
          </p:cNvPr>
          <p:cNvSpPr/>
          <p:nvPr/>
        </p:nvSpPr>
        <p:spPr>
          <a:xfrm>
            <a:off x="6642101" y="448733"/>
            <a:ext cx="838200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0353CC5-072B-7227-14AC-6EE32B870835}"/>
              </a:ext>
            </a:extLst>
          </p:cNvPr>
          <p:cNvCxnSpPr>
            <a:stCxn id="4" idx="3"/>
            <a:endCxn id="5" idx="2"/>
          </p:cNvCxnSpPr>
          <p:nvPr/>
        </p:nvCxnSpPr>
        <p:spPr>
          <a:xfrm flipV="1">
            <a:off x="1308100" y="673099"/>
            <a:ext cx="45296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ADD598E-C20E-A159-A0EF-95D93869F53E}"/>
              </a:ext>
            </a:extLst>
          </p:cNvPr>
          <p:cNvCxnSpPr>
            <a:stCxn id="5" idx="5"/>
            <a:endCxn id="6" idx="1"/>
          </p:cNvCxnSpPr>
          <p:nvPr/>
        </p:nvCxnSpPr>
        <p:spPr>
          <a:xfrm flipV="1">
            <a:off x="3640667" y="670983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D978F19-280A-3F03-62DD-05E7091850E9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6146800" y="668866"/>
            <a:ext cx="495301" cy="2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FE74135-31DE-93A0-B4F6-127F6DC37A72}"/>
              </a:ext>
            </a:extLst>
          </p:cNvPr>
          <p:cNvSpPr txBox="1"/>
          <p:nvPr/>
        </p:nvSpPr>
        <p:spPr>
          <a:xfrm>
            <a:off x="3313604" y="1208616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66440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47781-C19B-B6C8-35CB-597747B7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927" y="2327091"/>
            <a:ext cx="7196090" cy="1325563"/>
          </a:xfrm>
        </p:spPr>
        <p:txBody>
          <a:bodyPr>
            <a:noAutofit/>
          </a:bodyPr>
          <a:lstStyle/>
          <a:p>
            <a:r>
              <a:rPr lang="en-US" altLang="ko-KR" sz="40000" dirty="0"/>
              <a:t>3</a:t>
            </a:r>
            <a:endParaRPr lang="ko-KR" altLang="en-US" sz="40000" dirty="0"/>
          </a:p>
        </p:txBody>
      </p:sp>
    </p:spTree>
    <p:extLst>
      <p:ext uri="{BB962C8B-B14F-4D97-AF65-F5344CB8AC3E}">
        <p14:creationId xmlns:p14="http://schemas.microsoft.com/office/powerpoint/2010/main" val="4152825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66DF5416-EC87-D201-311D-B9E9DF117416}"/>
              </a:ext>
            </a:extLst>
          </p:cNvPr>
          <p:cNvSpPr/>
          <p:nvPr/>
        </p:nvSpPr>
        <p:spPr>
          <a:xfrm>
            <a:off x="431691" y="348354"/>
            <a:ext cx="1947526" cy="135255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stack{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int data[100];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int top;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DD3CC3B2-1753-A3ED-9964-641A20CBD36C}"/>
              </a:ext>
            </a:extLst>
          </p:cNvPr>
          <p:cNvSpPr/>
          <p:nvPr/>
        </p:nvSpPr>
        <p:spPr>
          <a:xfrm>
            <a:off x="2698455" y="335660"/>
            <a:ext cx="3293972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void push(stack* s, char token)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 is not full{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top++; push token;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AA12257F-C715-26BC-7CF2-8E6B6EC589FD}"/>
              </a:ext>
            </a:extLst>
          </p:cNvPr>
          <p:cNvSpPr/>
          <p:nvPr/>
        </p:nvSpPr>
        <p:spPr>
          <a:xfrm>
            <a:off x="431691" y="1866957"/>
            <a:ext cx="2370337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int pop(stack* s)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 is not empty{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top--; pop data;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45C4985F-6575-3831-6817-0ADC8D2460D1}"/>
              </a:ext>
            </a:extLst>
          </p:cNvPr>
          <p:cNvSpPr/>
          <p:nvPr/>
        </p:nvSpPr>
        <p:spPr>
          <a:xfrm>
            <a:off x="2998818" y="1866957"/>
            <a:ext cx="2993609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int isempty(stack* s)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stack’s top is 0, return 1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else, 		        return 0</a:t>
            </a:r>
          </a:p>
        </p:txBody>
      </p:sp>
    </p:spTree>
    <p:extLst>
      <p:ext uri="{BB962C8B-B14F-4D97-AF65-F5344CB8AC3E}">
        <p14:creationId xmlns:p14="http://schemas.microsoft.com/office/powerpoint/2010/main" val="4259851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207585" y="231453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F482647-2CE0-870C-1408-EB482AE07B38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155852" y="451586"/>
            <a:ext cx="1846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5768643" y="963025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3900878" y="4568609"/>
            <a:ext cx="3477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eval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char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str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k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3704426" y="210082"/>
            <a:ext cx="381495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string’s digits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3704427" y="671719"/>
            <a:ext cx="3814958" cy="372272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3953008" y="764884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stack is empty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5591316" y="772441"/>
            <a:ext cx="1643983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ith string to stack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3953008" y="1424662"/>
            <a:ext cx="1438659" cy="85402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top data &lt; ith string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3902720" y="2441105"/>
            <a:ext cx="1529730" cy="50810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k &gt; 0 &amp;&amp; stack isn’t empty &amp;&amp; top data is ge than ith string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3910123" y="2935395"/>
            <a:ext cx="1522327" cy="68433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 stack</a:t>
            </a: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7653503" y="210082"/>
            <a:ext cx="1932356" cy="3669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stack isn’t empty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4089450" y="112352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5105997" y="64457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5098228" y="130038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5354623" y="952348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70CAE17-951D-8F96-B30E-03292D358BEB}"/>
              </a:ext>
            </a:extLst>
          </p:cNvPr>
          <p:cNvCxnSpPr>
            <a:cxnSpLocks/>
            <a:stCxn id="18" idx="2"/>
            <a:endCxn id="8" idx="0"/>
          </p:cNvCxnSpPr>
          <p:nvPr/>
        </p:nvCxnSpPr>
        <p:spPr>
          <a:xfrm>
            <a:off x="4672338" y="1161166"/>
            <a:ext cx="0" cy="263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07D6E509-0629-A727-5ECD-F108BD109F56}"/>
              </a:ext>
            </a:extLst>
          </p:cNvPr>
          <p:cNvSpPr/>
          <p:nvPr/>
        </p:nvSpPr>
        <p:spPr>
          <a:xfrm>
            <a:off x="7643866" y="572558"/>
            <a:ext cx="1941993" cy="45180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temp[i] = pop stack;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i++</a:t>
            </a:r>
          </a:p>
        </p:txBody>
      </p:sp>
      <p:sp>
        <p:nvSpPr>
          <p:cNvPr id="17" name="순서도: 판단 16">
            <a:extLst>
              <a:ext uri="{FF2B5EF4-FFF2-40B4-BE49-F238E27FC236}">
                <a16:creationId xmlns:a16="http://schemas.microsoft.com/office/drawing/2014/main" id="{7DA606AF-CA72-ABA4-AF98-4A39DEB892E1}"/>
              </a:ext>
            </a:extLst>
          </p:cNvPr>
          <p:cNvSpPr/>
          <p:nvPr/>
        </p:nvSpPr>
        <p:spPr>
          <a:xfrm>
            <a:off x="1321694" y="128635"/>
            <a:ext cx="2245278" cy="645901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number of string’s digits is se than k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167071F-4D5C-2C6A-4332-8B9161B0A74D}"/>
              </a:ext>
            </a:extLst>
          </p:cNvPr>
          <p:cNvSpPr/>
          <p:nvPr/>
        </p:nvSpPr>
        <p:spPr>
          <a:xfrm>
            <a:off x="1677312" y="874247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0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34D25796-6299-8D0A-FBC9-639E5F46D895}"/>
              </a:ext>
            </a:extLst>
          </p:cNvPr>
          <p:cNvSpPr/>
          <p:nvPr/>
        </p:nvSpPr>
        <p:spPr>
          <a:xfrm>
            <a:off x="1671841" y="1390690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0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0" name="순서도: 처리 39">
            <a:extLst>
              <a:ext uri="{FF2B5EF4-FFF2-40B4-BE49-F238E27FC236}">
                <a16:creationId xmlns:a16="http://schemas.microsoft.com/office/drawing/2014/main" id="{5EEF376D-5E3C-A30D-B687-7AC71A22B0EA}"/>
              </a:ext>
            </a:extLst>
          </p:cNvPr>
          <p:cNvSpPr/>
          <p:nvPr/>
        </p:nvSpPr>
        <p:spPr>
          <a:xfrm>
            <a:off x="5591316" y="1663769"/>
            <a:ext cx="1643983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ith string to stack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B05A26B9-CF0F-9341-2144-3165C4FAA70D}"/>
              </a:ext>
            </a:extLst>
          </p:cNvPr>
          <p:cNvSpPr/>
          <p:nvPr/>
        </p:nvSpPr>
        <p:spPr>
          <a:xfrm>
            <a:off x="3854472" y="3803695"/>
            <a:ext cx="1643983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ith string to stack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D174D5B-0C6E-1F83-648B-3FD4BE96DC07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flipH="1">
            <a:off x="4667585" y="2278685"/>
            <a:ext cx="4753" cy="162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509ED122-35F9-76A5-30D8-E815FFB1D560}"/>
              </a:ext>
            </a:extLst>
          </p:cNvPr>
          <p:cNvCxnSpPr>
            <a:stCxn id="12" idx="2"/>
            <a:endCxn id="43" idx="0"/>
          </p:cNvCxnSpPr>
          <p:nvPr/>
        </p:nvCxnSpPr>
        <p:spPr>
          <a:xfrm>
            <a:off x="4671287" y="3619729"/>
            <a:ext cx="5177" cy="183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16AEC2B1-7B05-4840-3E05-C8DE4118E056}"/>
              </a:ext>
            </a:extLst>
          </p:cNvPr>
          <p:cNvCxnSpPr>
            <a:stCxn id="8" idx="3"/>
            <a:endCxn id="40" idx="1"/>
          </p:cNvCxnSpPr>
          <p:nvPr/>
        </p:nvCxnSpPr>
        <p:spPr>
          <a:xfrm flipV="1">
            <a:off x="5391667" y="1850784"/>
            <a:ext cx="199649" cy="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60BCFE49-7444-C4AD-BFAA-2B9A3571BEC3}"/>
              </a:ext>
            </a:extLst>
          </p:cNvPr>
          <p:cNvCxnSpPr>
            <a:stCxn id="17" idx="2"/>
            <a:endCxn id="20" idx="0"/>
          </p:cNvCxnSpPr>
          <p:nvPr/>
        </p:nvCxnSpPr>
        <p:spPr>
          <a:xfrm flipH="1">
            <a:off x="2442177" y="774536"/>
            <a:ext cx="2156" cy="99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3E9A2C94-12D2-8C1B-9F98-0ED57D53EB4F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 flipH="1">
            <a:off x="2436706" y="1248276"/>
            <a:ext cx="5471" cy="142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A814581-137E-4502-F9C4-EE65C1D4CEA0}"/>
              </a:ext>
            </a:extLst>
          </p:cNvPr>
          <p:cNvCxnSpPr>
            <a:stCxn id="17" idx="3"/>
            <a:endCxn id="3" idx="1"/>
          </p:cNvCxnSpPr>
          <p:nvPr/>
        </p:nvCxnSpPr>
        <p:spPr>
          <a:xfrm flipV="1">
            <a:off x="3566972" y="440901"/>
            <a:ext cx="137454" cy="10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0343399-E0E2-9E0E-1D42-C6A44A0E5792}"/>
              </a:ext>
            </a:extLst>
          </p:cNvPr>
          <p:cNvSpPr txBox="1"/>
          <p:nvPr/>
        </p:nvSpPr>
        <p:spPr>
          <a:xfrm>
            <a:off x="4089450" y="212820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5" name="순서도: 처리 64">
            <a:extLst>
              <a:ext uri="{FF2B5EF4-FFF2-40B4-BE49-F238E27FC236}">
                <a16:creationId xmlns:a16="http://schemas.microsoft.com/office/drawing/2014/main" id="{E9530074-E64B-0C8A-994A-A9F14D418DF3}"/>
              </a:ext>
            </a:extLst>
          </p:cNvPr>
          <p:cNvSpPr/>
          <p:nvPr/>
        </p:nvSpPr>
        <p:spPr>
          <a:xfrm>
            <a:off x="9710340" y="210082"/>
            <a:ext cx="1932356" cy="3669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 of string’s digits minus k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5266952E-C955-E18A-CE0B-5119BF0AB00C}"/>
              </a:ext>
            </a:extLst>
          </p:cNvPr>
          <p:cNvSpPr/>
          <p:nvPr/>
        </p:nvSpPr>
        <p:spPr>
          <a:xfrm>
            <a:off x="9710341" y="572558"/>
            <a:ext cx="1932356" cy="45180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result = temp reversly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only for num of result digit</a:t>
            </a:r>
          </a:p>
        </p:txBody>
      </p:sp>
      <p:sp>
        <p:nvSpPr>
          <p:cNvPr id="67" name="순서도: 처리 66">
            <a:extLst>
              <a:ext uri="{FF2B5EF4-FFF2-40B4-BE49-F238E27FC236}">
                <a16:creationId xmlns:a16="http://schemas.microsoft.com/office/drawing/2014/main" id="{3CBDD35D-FB51-40D1-FA2A-8B904E975B94}"/>
              </a:ext>
            </a:extLst>
          </p:cNvPr>
          <p:cNvSpPr/>
          <p:nvPr/>
        </p:nvSpPr>
        <p:spPr>
          <a:xfrm>
            <a:off x="9911653" y="1325321"/>
            <a:ext cx="1529730" cy="52546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atoi(result)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A6F0D9-A9B7-3201-FCA2-F377A72A820B}"/>
              </a:ext>
            </a:extLst>
          </p:cNvPr>
          <p:cNvSpPr txBox="1"/>
          <p:nvPr/>
        </p:nvSpPr>
        <p:spPr>
          <a:xfrm>
            <a:off x="3203838" y="1270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01B3AA-FC63-3820-F4AF-62712AF449AB}"/>
              </a:ext>
            </a:extLst>
          </p:cNvPr>
          <p:cNvSpPr txBox="1"/>
          <p:nvPr/>
        </p:nvSpPr>
        <p:spPr>
          <a:xfrm>
            <a:off x="1745145" y="604910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2CF65D37-1A01-BCA0-CA7A-D68446268E75}"/>
              </a:ext>
            </a:extLst>
          </p:cNvPr>
          <p:cNvCxnSpPr>
            <a:stCxn id="3" idx="3"/>
            <a:endCxn id="22" idx="1"/>
          </p:cNvCxnSpPr>
          <p:nvPr/>
        </p:nvCxnSpPr>
        <p:spPr>
          <a:xfrm flipV="1">
            <a:off x="7519385" y="393566"/>
            <a:ext cx="134118" cy="47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1DED935D-7AF4-D007-8506-D5A2C3596A1E}"/>
              </a:ext>
            </a:extLst>
          </p:cNvPr>
          <p:cNvCxnSpPr>
            <a:stCxn id="22" idx="3"/>
            <a:endCxn id="65" idx="1"/>
          </p:cNvCxnSpPr>
          <p:nvPr/>
        </p:nvCxnSpPr>
        <p:spPr>
          <a:xfrm>
            <a:off x="9585859" y="393566"/>
            <a:ext cx="1244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31ED080D-B418-E066-2346-62FC8A0AA2ED}"/>
              </a:ext>
            </a:extLst>
          </p:cNvPr>
          <p:cNvCxnSpPr>
            <a:stCxn id="66" idx="2"/>
            <a:endCxn id="67" idx="0"/>
          </p:cNvCxnSpPr>
          <p:nvPr/>
        </p:nvCxnSpPr>
        <p:spPr>
          <a:xfrm flipH="1">
            <a:off x="10676518" y="1024360"/>
            <a:ext cx="1" cy="300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665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D9DCAAA0-38AA-9F5A-CF04-C15E789C9630}"/>
              </a:ext>
            </a:extLst>
          </p:cNvPr>
          <p:cNvSpPr/>
          <p:nvPr/>
        </p:nvSpPr>
        <p:spPr>
          <a:xfrm>
            <a:off x="359833" y="452967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데이터 4">
            <a:extLst>
              <a:ext uri="{FF2B5EF4-FFF2-40B4-BE49-F238E27FC236}">
                <a16:creationId xmlns:a16="http://schemas.microsoft.com/office/drawing/2014/main" id="{EFB56158-E30E-259B-94ED-BF57788C4383}"/>
              </a:ext>
            </a:extLst>
          </p:cNvPr>
          <p:cNvSpPr/>
          <p:nvPr/>
        </p:nvSpPr>
        <p:spPr>
          <a:xfrm>
            <a:off x="1526117" y="347132"/>
            <a:ext cx="2349500" cy="651933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scan string , k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종속 처리 5">
            <a:extLst>
              <a:ext uri="{FF2B5EF4-FFF2-40B4-BE49-F238E27FC236}">
                <a16:creationId xmlns:a16="http://schemas.microsoft.com/office/drawing/2014/main" id="{4812518A-7A00-0665-08ED-2E28F605FF30}"/>
              </a:ext>
            </a:extLst>
          </p:cNvPr>
          <p:cNvSpPr/>
          <p:nvPr/>
        </p:nvSpPr>
        <p:spPr>
          <a:xfrm>
            <a:off x="4178300" y="397933"/>
            <a:ext cx="1968500" cy="546099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eval(string , k)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수행의 시작/종료 6">
            <a:extLst>
              <a:ext uri="{FF2B5EF4-FFF2-40B4-BE49-F238E27FC236}">
                <a16:creationId xmlns:a16="http://schemas.microsoft.com/office/drawing/2014/main" id="{51C1B845-7B9F-55C1-DCE6-A55D5679001A}"/>
              </a:ext>
            </a:extLst>
          </p:cNvPr>
          <p:cNvSpPr/>
          <p:nvPr/>
        </p:nvSpPr>
        <p:spPr>
          <a:xfrm>
            <a:off x="6642101" y="448733"/>
            <a:ext cx="838200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0353CC5-072B-7227-14AC-6EE32B870835}"/>
              </a:ext>
            </a:extLst>
          </p:cNvPr>
          <p:cNvCxnSpPr>
            <a:stCxn id="4" idx="3"/>
            <a:endCxn id="5" idx="2"/>
          </p:cNvCxnSpPr>
          <p:nvPr/>
        </p:nvCxnSpPr>
        <p:spPr>
          <a:xfrm flipV="1">
            <a:off x="1308100" y="673099"/>
            <a:ext cx="45296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ADD598E-C20E-A159-A0EF-95D93869F53E}"/>
              </a:ext>
            </a:extLst>
          </p:cNvPr>
          <p:cNvCxnSpPr>
            <a:stCxn id="5" idx="5"/>
            <a:endCxn id="6" idx="1"/>
          </p:cNvCxnSpPr>
          <p:nvPr/>
        </p:nvCxnSpPr>
        <p:spPr>
          <a:xfrm flipV="1">
            <a:off x="3640667" y="670983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D978F19-280A-3F03-62DD-05E7091850E9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6146800" y="668866"/>
            <a:ext cx="495301" cy="2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FE74135-31DE-93A0-B4F6-127F6DC37A72}"/>
              </a:ext>
            </a:extLst>
          </p:cNvPr>
          <p:cNvSpPr txBox="1"/>
          <p:nvPr/>
        </p:nvSpPr>
        <p:spPr>
          <a:xfrm>
            <a:off x="3313604" y="1208616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53134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250</TotalTime>
  <Words>1023</Words>
  <Application>Microsoft Office PowerPoint</Application>
  <PresentationFormat>와이드스크린</PresentationFormat>
  <Paragraphs>263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3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동협 이</dc:creator>
  <cp:lastModifiedBy>동협 이</cp:lastModifiedBy>
  <cp:revision>84</cp:revision>
  <dcterms:created xsi:type="dcterms:W3CDTF">2024-05-12T11:59:02Z</dcterms:created>
  <dcterms:modified xsi:type="dcterms:W3CDTF">2024-05-15T12:38:08Z</dcterms:modified>
</cp:coreProperties>
</file>