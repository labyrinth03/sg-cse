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90" autoAdjust="0"/>
    <p:restoredTop sz="94660"/>
  </p:normalViewPr>
  <p:slideViewPr>
    <p:cSldViewPr snapToGrid="0">
      <p:cViewPr>
        <p:scale>
          <a:sx n="75" d="100"/>
          <a:sy n="75" d="100"/>
        </p:scale>
        <p:origin x="54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7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41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35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34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6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45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13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48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79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32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281AF-3D00-4D81-BDCC-FE6A641F8B7B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164EE-AFFC-4688-99D5-41FB69B1B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02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A1DC00-CB92-20B7-029B-5EA683BC1A43}"/>
              </a:ext>
            </a:extLst>
          </p:cNvPr>
          <p:cNvSpPr txBox="1"/>
          <p:nvPr/>
        </p:nvSpPr>
        <p:spPr>
          <a:xfrm>
            <a:off x="2759800" y="1445928"/>
            <a:ext cx="645542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Int</a:t>
            </a:r>
            <a:r>
              <a:rPr lang="ko-KR" altLang="en-US" sz="1400" dirty="0"/>
              <a:t> </a:t>
            </a:r>
            <a:r>
              <a:rPr lang="en-US" altLang="ko-KR" sz="1400" dirty="0"/>
              <a:t>main(){</a:t>
            </a:r>
            <a:br>
              <a:rPr lang="en-US" altLang="ko-KR" sz="1400" dirty="0"/>
            </a:br>
            <a:r>
              <a:rPr lang="en-US" altLang="ko-KR" sz="1400" dirty="0"/>
              <a:t>	win </a:t>
            </a:r>
            <a:r>
              <a:rPr lang="ko-KR" altLang="en-US" sz="1400" dirty="0"/>
              <a:t>정의</a:t>
            </a:r>
            <a:endParaRPr lang="en-US" altLang="ko-KR" sz="1400" dirty="0"/>
          </a:p>
          <a:p>
            <a:r>
              <a:rPr lang="en-US" altLang="ko-KR" sz="1400" dirty="0"/>
              <a:t>	</a:t>
            </a:r>
            <a:r>
              <a:rPr lang="en-US" altLang="ko-KR" sz="1400" b="1" dirty="0" err="1">
                <a:solidFill>
                  <a:schemeClr val="accent1"/>
                </a:solidFill>
              </a:rPr>
              <a:t>gameStart</a:t>
            </a:r>
            <a:r>
              <a:rPr lang="en-US" altLang="ko-KR" sz="1400" b="1" dirty="0">
                <a:solidFill>
                  <a:schemeClr val="accent1"/>
                </a:solidFill>
              </a:rPr>
              <a:t>(win, load, players){     </a:t>
            </a:r>
            <a:br>
              <a:rPr lang="en-US" altLang="ko-KR" sz="1400" dirty="0"/>
            </a:br>
            <a:r>
              <a:rPr lang="en-US" altLang="ko-KR" sz="1400" dirty="0"/>
              <a:t>		</a:t>
            </a:r>
            <a:r>
              <a:rPr lang="en-US" altLang="ko-KR" sz="1400" b="1" dirty="0">
                <a:solidFill>
                  <a:schemeClr val="accent1"/>
                </a:solidFill>
              </a:rPr>
              <a:t>int** </a:t>
            </a:r>
            <a:r>
              <a:rPr lang="en-US" altLang="ko-KR" sz="1400" b="1" dirty="0" err="1">
                <a:solidFill>
                  <a:schemeClr val="accent1"/>
                </a:solidFill>
              </a:rPr>
              <a:t>readSavedGame</a:t>
            </a:r>
            <a:r>
              <a:rPr lang="en-US" altLang="ko-KR" sz="1400" b="1" dirty="0">
                <a:solidFill>
                  <a:schemeClr val="accent1"/>
                </a:solidFill>
              </a:rPr>
              <a:t>(board, row, col, turn)</a:t>
            </a:r>
            <a:br>
              <a:rPr lang="en-US" altLang="ko-KR" sz="1400" dirty="0"/>
            </a:br>
            <a:r>
              <a:rPr lang="en-US" altLang="ko-KR" sz="1400" dirty="0"/>
              <a:t>		</a:t>
            </a:r>
            <a:r>
              <a:rPr lang="en-US" altLang="ko-KR" sz="1400" b="1" dirty="0" err="1">
                <a:solidFill>
                  <a:schemeClr val="accent1"/>
                </a:solidFill>
              </a:rPr>
              <a:t>initboard</a:t>
            </a:r>
            <a:r>
              <a:rPr lang="en-US" altLang="ko-KR" sz="1400" b="1" dirty="0">
                <a:solidFill>
                  <a:schemeClr val="accent1"/>
                </a:solidFill>
              </a:rPr>
              <a:t>(board, row col turn load)</a:t>
            </a:r>
          </a:p>
          <a:p>
            <a:r>
              <a:rPr lang="en-US" altLang="ko-KR" sz="1400" dirty="0"/>
              <a:t>		while(1){</a:t>
            </a:r>
            <a:br>
              <a:rPr lang="en-US" altLang="ko-KR" sz="1400" dirty="0"/>
            </a:br>
            <a:r>
              <a:rPr lang="en-US" altLang="ko-KR" sz="1400" dirty="0"/>
              <a:t>			</a:t>
            </a:r>
            <a:r>
              <a:rPr lang="en-US" altLang="ko-KR" sz="1400" b="1" dirty="0" err="1">
                <a:solidFill>
                  <a:schemeClr val="accent1"/>
                </a:solidFill>
              </a:rPr>
              <a:t>paintBoard</a:t>
            </a:r>
            <a:r>
              <a:rPr lang="en-US" altLang="ko-KR" sz="1400" b="1" dirty="0">
                <a:solidFill>
                  <a:schemeClr val="accent1"/>
                </a:solidFill>
              </a:rPr>
              <a:t>(board, win, row, col){</a:t>
            </a:r>
            <a:br>
              <a:rPr lang="en-US" altLang="ko-KR" sz="1400" dirty="0"/>
            </a:br>
            <a:r>
              <a:rPr lang="en-US" altLang="ko-KR" sz="1400" dirty="0"/>
              <a:t>				refresh()</a:t>
            </a:r>
          </a:p>
          <a:p>
            <a:r>
              <a:rPr lang="en-US" altLang="ko-KR" sz="1400" dirty="0"/>
              <a:t>			}</a:t>
            </a:r>
          </a:p>
          <a:p>
            <a:r>
              <a:rPr lang="en-US" altLang="ko-KR" sz="1400" dirty="0"/>
              <a:t>			key input </a:t>
            </a:r>
            <a:r>
              <a:rPr lang="ko-KR" altLang="en-US" sz="1400" dirty="0"/>
              <a:t>변수 받기</a:t>
            </a:r>
            <a:endParaRPr lang="en-US" altLang="ko-KR" sz="1400" dirty="0"/>
          </a:p>
          <a:p>
            <a:r>
              <a:rPr lang="en-US" altLang="ko-KR" sz="1400" dirty="0"/>
              <a:t>			</a:t>
            </a:r>
            <a:r>
              <a:rPr lang="en-US" altLang="ko-KR" sz="1400" b="1" dirty="0">
                <a:solidFill>
                  <a:schemeClr val="accent1"/>
                </a:solidFill>
              </a:rPr>
              <a:t>int Action(win, board, </a:t>
            </a:r>
            <a:r>
              <a:rPr lang="en-US" altLang="ko-KR" sz="1400" b="1" dirty="0" err="1">
                <a:solidFill>
                  <a:schemeClr val="accent1"/>
                </a:solidFill>
              </a:rPr>
              <a:t>keyin</a:t>
            </a:r>
            <a:r>
              <a:rPr lang="en-US" altLang="ko-KR" sz="1400" b="1" dirty="0">
                <a:solidFill>
                  <a:schemeClr val="accent1"/>
                </a:solidFill>
              </a:rPr>
              <a:t>, row, col, turn, players){</a:t>
            </a:r>
          </a:p>
          <a:p>
            <a:r>
              <a:rPr lang="en-US" altLang="ko-KR" sz="1400" b="1" dirty="0">
                <a:solidFill>
                  <a:schemeClr val="accent1"/>
                </a:solidFill>
              </a:rPr>
              <a:t>				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keyin</a:t>
            </a:r>
            <a:r>
              <a:rPr lang="en-US" altLang="ko-KR" sz="1400" dirty="0"/>
              <a:t> == ~)</a:t>
            </a:r>
          </a:p>
          <a:p>
            <a:r>
              <a:rPr lang="en-US" altLang="ko-KR" sz="1400" dirty="0"/>
              <a:t>				</a:t>
            </a:r>
            <a:r>
              <a:rPr lang="en-US" altLang="ko-KR" sz="1400" b="1" dirty="0">
                <a:solidFill>
                  <a:schemeClr val="accent1"/>
                </a:solidFill>
              </a:rPr>
              <a:t>void </a:t>
            </a:r>
            <a:r>
              <a:rPr lang="en-US" altLang="ko-KR" sz="1400" b="1" dirty="0" err="1">
                <a:solidFill>
                  <a:schemeClr val="accent1"/>
                </a:solidFill>
              </a:rPr>
              <a:t>saveGame</a:t>
            </a:r>
            <a:r>
              <a:rPr lang="en-US" altLang="ko-KR" sz="1400" b="1" dirty="0">
                <a:solidFill>
                  <a:schemeClr val="accent1"/>
                </a:solidFill>
              </a:rPr>
              <a:t>(board, row, col, turn)</a:t>
            </a:r>
          </a:p>
          <a:p>
            <a:r>
              <a:rPr lang="en-US" altLang="ko-KR" sz="1400" dirty="0"/>
              <a:t>				</a:t>
            </a:r>
            <a:r>
              <a:rPr lang="en-US" altLang="ko-KR" sz="1400" b="1" dirty="0">
                <a:solidFill>
                  <a:schemeClr val="accent1"/>
                </a:solidFill>
              </a:rPr>
              <a:t>int </a:t>
            </a:r>
            <a:r>
              <a:rPr lang="en-US" altLang="ko-KR" sz="1400" b="1" dirty="0" err="1">
                <a:solidFill>
                  <a:schemeClr val="accent1"/>
                </a:solidFill>
              </a:rPr>
              <a:t>checkWin</a:t>
            </a:r>
            <a:r>
              <a:rPr lang="en-US" altLang="ko-KR" sz="1400" b="1" dirty="0">
                <a:solidFill>
                  <a:schemeClr val="accent1"/>
                </a:solidFill>
              </a:rPr>
              <a:t>(*)</a:t>
            </a:r>
          </a:p>
          <a:p>
            <a:r>
              <a:rPr lang="en-US" altLang="ko-KR" sz="1400" dirty="0"/>
              <a:t>				</a:t>
            </a:r>
          </a:p>
          <a:p>
            <a:r>
              <a:rPr lang="en-US" altLang="ko-KR" sz="1400" dirty="0"/>
              <a:t>			}</a:t>
            </a:r>
          </a:p>
          <a:p>
            <a:r>
              <a:rPr lang="en-US" altLang="ko-KR" sz="1400" dirty="0"/>
              <a:t>		}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084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D8CAE09D-57BD-7803-A0D9-8B1E38DFF207}"/>
              </a:ext>
            </a:extLst>
          </p:cNvPr>
          <p:cNvSpPr/>
          <p:nvPr/>
        </p:nvSpPr>
        <p:spPr>
          <a:xfrm>
            <a:off x="216153" y="180500"/>
            <a:ext cx="1645202" cy="693204"/>
          </a:xfrm>
          <a:prstGeom prst="flowChartTermina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START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90CC2-61F1-6E94-5B9C-738E5AF1B6D4}"/>
              </a:ext>
            </a:extLst>
          </p:cNvPr>
          <p:cNvSpPr txBox="1"/>
          <p:nvPr/>
        </p:nvSpPr>
        <p:spPr>
          <a:xfrm>
            <a:off x="5236053" y="6070918"/>
            <a:ext cx="11240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int</a:t>
            </a:r>
            <a:r>
              <a:rPr lang="ko-KR" altLang="en-US" dirty="0"/>
              <a:t> </a:t>
            </a:r>
            <a:r>
              <a:rPr lang="en-US" altLang="ko-KR" dirty="0"/>
              <a:t>main()</a:t>
            </a:r>
            <a:endParaRPr lang="ko-KR" altLang="en-US" dirty="0"/>
          </a:p>
        </p:txBody>
      </p:sp>
      <p:sp>
        <p:nvSpPr>
          <p:cNvPr id="6" name="순서도: 데이터 5">
            <a:extLst>
              <a:ext uri="{FF2B5EF4-FFF2-40B4-BE49-F238E27FC236}">
                <a16:creationId xmlns:a16="http://schemas.microsoft.com/office/drawing/2014/main" id="{90673DA0-64D2-3BB7-3E88-FD66739BE070}"/>
              </a:ext>
            </a:extLst>
          </p:cNvPr>
          <p:cNvSpPr/>
          <p:nvPr/>
        </p:nvSpPr>
        <p:spPr>
          <a:xfrm>
            <a:off x="90771" y="1017554"/>
            <a:ext cx="1895966" cy="369332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Input Start</a:t>
            </a:r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1287804F-6E86-3115-01A3-91E2D164CA6B}"/>
              </a:ext>
            </a:extLst>
          </p:cNvPr>
          <p:cNvSpPr/>
          <p:nvPr/>
        </p:nvSpPr>
        <p:spPr>
          <a:xfrm>
            <a:off x="0" y="1566908"/>
            <a:ext cx="2070100" cy="681226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Start == ‘n’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순서도: 데이터 7">
            <a:extLst>
              <a:ext uri="{FF2B5EF4-FFF2-40B4-BE49-F238E27FC236}">
                <a16:creationId xmlns:a16="http://schemas.microsoft.com/office/drawing/2014/main" id="{839BCF9E-A2FF-9B7A-6BF6-8670C370B962}"/>
              </a:ext>
            </a:extLst>
          </p:cNvPr>
          <p:cNvSpPr/>
          <p:nvPr/>
        </p:nvSpPr>
        <p:spPr>
          <a:xfrm>
            <a:off x="2271105" y="2073391"/>
            <a:ext cx="3418495" cy="855301"/>
          </a:xfrm>
          <a:prstGeom prst="flowChartInputOutp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Input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HEIGHT, WIDTH, players</a:t>
            </a: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D346EC2-5CCF-6167-7D23-C04610DB36F3}"/>
              </a:ext>
            </a:extLst>
          </p:cNvPr>
          <p:cNvCxnSpPr>
            <a:stCxn id="3" idx="2"/>
            <a:endCxn id="6" idx="1"/>
          </p:cNvCxnSpPr>
          <p:nvPr/>
        </p:nvCxnSpPr>
        <p:spPr>
          <a:xfrm>
            <a:off x="1038754" y="873704"/>
            <a:ext cx="0" cy="14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163378F-8E8F-9E09-4BFD-831C95A2EA58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035050" y="1386886"/>
            <a:ext cx="3704" cy="180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>
            <a:extLst>
              <a:ext uri="{FF2B5EF4-FFF2-40B4-BE49-F238E27FC236}">
                <a16:creationId xmlns:a16="http://schemas.microsoft.com/office/drawing/2014/main" id="{204FB36E-4981-C625-BEB8-B910296A81BF}"/>
              </a:ext>
            </a:extLst>
          </p:cNvPr>
          <p:cNvSpPr/>
          <p:nvPr/>
        </p:nvSpPr>
        <p:spPr>
          <a:xfrm>
            <a:off x="2160871" y="867316"/>
            <a:ext cx="2070100" cy="681226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Start == ‘ y’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A3ABFC1-132F-DC66-E7B5-E4FE08074B6B}"/>
              </a:ext>
            </a:extLst>
          </p:cNvPr>
          <p:cNvCxnSpPr>
            <a:stCxn id="6" idx="5"/>
            <a:endCxn id="13" idx="1"/>
          </p:cNvCxnSpPr>
          <p:nvPr/>
        </p:nvCxnSpPr>
        <p:spPr>
          <a:xfrm>
            <a:off x="1797140" y="1202220"/>
            <a:ext cx="363731" cy="5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46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547</TotalTime>
  <Words>168</Words>
  <Application>Microsoft Office PowerPoint</Application>
  <PresentationFormat>와이드스크린</PresentationFormat>
  <Paragraphs>21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동협 이</dc:creator>
  <cp:lastModifiedBy>동협 이</cp:lastModifiedBy>
  <cp:revision>5</cp:revision>
  <dcterms:created xsi:type="dcterms:W3CDTF">2024-03-12T12:35:45Z</dcterms:created>
  <dcterms:modified xsi:type="dcterms:W3CDTF">2024-03-27T14:30:48Z</dcterms:modified>
</cp:coreProperties>
</file>