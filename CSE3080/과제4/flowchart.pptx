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72" r:id="rId5"/>
    <p:sldId id="260" r:id="rId6"/>
    <p:sldId id="265" r:id="rId7"/>
    <p:sldId id="273" r:id="rId8"/>
    <p:sldId id="274" r:id="rId9"/>
    <p:sldId id="278" r:id="rId10"/>
    <p:sldId id="275" r:id="rId11"/>
    <p:sldId id="276" r:id="rId12"/>
    <p:sldId id="277" r:id="rId13"/>
    <p:sldId id="268" r:id="rId14"/>
    <p:sldId id="279" r:id="rId15"/>
    <p:sldId id="280" r:id="rId16"/>
    <p:sldId id="281" r:id="rId17"/>
    <p:sldId id="282" r:id="rId18"/>
    <p:sldId id="283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52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1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F0E0-6A1A-453F-B8A2-E36DDD0E15EC}" type="datetimeFigureOut">
              <a:rPr lang="ko-KR" altLang="en-US" smtClean="0"/>
              <a:t>2024-05-31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BFDE-1168-47E2-8F7A-FF6D00B07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1547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F0E0-6A1A-453F-B8A2-E36DDD0E15EC}" type="datetimeFigureOut">
              <a:rPr lang="ko-KR" altLang="en-US" smtClean="0"/>
              <a:t>2024-05-31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BFDE-1168-47E2-8F7A-FF6D00B07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6270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F0E0-6A1A-453F-B8A2-E36DDD0E15EC}" type="datetimeFigureOut">
              <a:rPr lang="ko-KR" altLang="en-US" smtClean="0"/>
              <a:t>2024-05-31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BFDE-1168-47E2-8F7A-FF6D00B07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4986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F0E0-6A1A-453F-B8A2-E36DDD0E15EC}" type="datetimeFigureOut">
              <a:rPr lang="ko-KR" altLang="en-US" smtClean="0"/>
              <a:t>2024-05-31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BFDE-1168-47E2-8F7A-FF6D00B07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0289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F0E0-6A1A-453F-B8A2-E36DDD0E15EC}" type="datetimeFigureOut">
              <a:rPr lang="ko-KR" altLang="en-US" smtClean="0"/>
              <a:t>2024-05-31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BFDE-1168-47E2-8F7A-FF6D00B07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602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F0E0-6A1A-453F-B8A2-E36DDD0E15EC}" type="datetimeFigureOut">
              <a:rPr lang="ko-KR" altLang="en-US" smtClean="0"/>
              <a:t>2024-05-31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BFDE-1168-47E2-8F7A-FF6D00B07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2167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F0E0-6A1A-453F-B8A2-E36DDD0E15EC}" type="datetimeFigureOut">
              <a:rPr lang="ko-KR" altLang="en-US" smtClean="0"/>
              <a:t>2024-05-31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BFDE-1168-47E2-8F7A-FF6D00B07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503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F0E0-6A1A-453F-B8A2-E36DDD0E15EC}" type="datetimeFigureOut">
              <a:rPr lang="ko-KR" altLang="en-US" smtClean="0"/>
              <a:t>2024-05-31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BFDE-1168-47E2-8F7A-FF6D00B07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444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F0E0-6A1A-453F-B8A2-E36DDD0E15EC}" type="datetimeFigureOut">
              <a:rPr lang="ko-KR" altLang="en-US" smtClean="0"/>
              <a:t>2024-05-31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BFDE-1168-47E2-8F7A-FF6D00B07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4723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F0E0-6A1A-453F-B8A2-E36DDD0E15EC}" type="datetimeFigureOut">
              <a:rPr lang="ko-KR" altLang="en-US" smtClean="0"/>
              <a:t>2024-05-31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BFDE-1168-47E2-8F7A-FF6D00B07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3494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F0E0-6A1A-453F-B8A2-E36DDD0E15EC}" type="datetimeFigureOut">
              <a:rPr lang="ko-KR" altLang="en-US" smtClean="0"/>
              <a:t>2024-05-31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BFDE-1168-47E2-8F7A-FF6D00B07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929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9F0E0-6A1A-453F-B8A2-E36DDD0E15EC}" type="datetimeFigureOut">
              <a:rPr lang="ko-KR" altLang="en-US" smtClean="0"/>
              <a:t>2024-05-31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6CBFDE-1168-47E2-8F7A-FF6D00B07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2967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D9DCAAA0-38AA-9F5A-CF04-C15E789C9630}"/>
              </a:ext>
            </a:extLst>
          </p:cNvPr>
          <p:cNvSpPr/>
          <p:nvPr/>
        </p:nvSpPr>
        <p:spPr>
          <a:xfrm>
            <a:off x="1554977" y="339262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순서도: 데이터 4">
            <a:extLst>
              <a:ext uri="{FF2B5EF4-FFF2-40B4-BE49-F238E27FC236}">
                <a16:creationId xmlns:a16="http://schemas.microsoft.com/office/drawing/2014/main" id="{EFB56158-E30E-259B-94ED-BF57788C4383}"/>
              </a:ext>
            </a:extLst>
          </p:cNvPr>
          <p:cNvSpPr/>
          <p:nvPr/>
        </p:nvSpPr>
        <p:spPr>
          <a:xfrm>
            <a:off x="4711701" y="3915955"/>
            <a:ext cx="2349500" cy="651933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scan expression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6" name="순서도: 종속 처리 5">
            <a:extLst>
              <a:ext uri="{FF2B5EF4-FFF2-40B4-BE49-F238E27FC236}">
                <a16:creationId xmlns:a16="http://schemas.microsoft.com/office/drawing/2014/main" id="{4812518A-7A00-0665-08ED-2E28F605FF30}"/>
              </a:ext>
            </a:extLst>
          </p:cNvPr>
          <p:cNvSpPr/>
          <p:nvPr/>
        </p:nvSpPr>
        <p:spPr>
          <a:xfrm>
            <a:off x="674476" y="975452"/>
            <a:ext cx="2709271" cy="488683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*hdnode = mread();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" name="순서도: 수행의 시작/종료 6">
            <a:extLst>
              <a:ext uri="{FF2B5EF4-FFF2-40B4-BE49-F238E27FC236}">
                <a16:creationId xmlns:a16="http://schemas.microsoft.com/office/drawing/2014/main" id="{51C1B845-7B9F-55C1-DCE6-A55D5679001A}"/>
              </a:ext>
            </a:extLst>
          </p:cNvPr>
          <p:cNvSpPr/>
          <p:nvPr/>
        </p:nvSpPr>
        <p:spPr>
          <a:xfrm>
            <a:off x="1610010" y="3039929"/>
            <a:ext cx="838200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end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E74135-31DE-93A0-B4F6-127F6DC37A72}"/>
              </a:ext>
            </a:extLst>
          </p:cNvPr>
          <p:cNvSpPr txBox="1"/>
          <p:nvPr/>
        </p:nvSpPr>
        <p:spPr>
          <a:xfrm>
            <a:off x="1467097" y="3671696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int main()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FDD4BAFE-72EA-FB5D-EC49-33166A6E720D}"/>
              </a:ext>
            </a:extLst>
          </p:cNvPr>
          <p:cNvSpPr/>
          <p:nvPr/>
        </p:nvSpPr>
        <p:spPr>
          <a:xfrm>
            <a:off x="8427225" y="2752724"/>
            <a:ext cx="1480570" cy="135255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fopen(“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2" name="순서도: 종속 처리 11">
            <a:extLst>
              <a:ext uri="{FF2B5EF4-FFF2-40B4-BE49-F238E27FC236}">
                <a16:creationId xmlns:a16="http://schemas.microsoft.com/office/drawing/2014/main" id="{37E6048D-90D1-02D3-1F80-81F4ED0B3947}"/>
              </a:ext>
            </a:extLst>
          </p:cNvPr>
          <p:cNvSpPr/>
          <p:nvPr/>
        </p:nvSpPr>
        <p:spPr>
          <a:xfrm>
            <a:off x="451166" y="1663611"/>
            <a:ext cx="3155888" cy="488683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*hdnode_t = mtranspose(*hdnode);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5" name="순서도: 종속 처리 14">
            <a:extLst>
              <a:ext uri="{FF2B5EF4-FFF2-40B4-BE49-F238E27FC236}">
                <a16:creationId xmlns:a16="http://schemas.microsoft.com/office/drawing/2014/main" id="{5FC326E2-9C21-5A16-3F70-F726951A214B}"/>
              </a:ext>
            </a:extLst>
          </p:cNvPr>
          <p:cNvSpPr/>
          <p:nvPr/>
        </p:nvSpPr>
        <p:spPr>
          <a:xfrm>
            <a:off x="674476" y="2351770"/>
            <a:ext cx="2709271" cy="488683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mwrite(*hdnode_t)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90AC7859-243B-454D-4BF1-49918DD8A135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2029111" y="779528"/>
            <a:ext cx="1" cy="1959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63EFC35-6063-8886-8F30-507C155AD715}"/>
              </a:ext>
            </a:extLst>
          </p:cNvPr>
          <p:cNvCxnSpPr>
            <a:stCxn id="6" idx="2"/>
            <a:endCxn id="12" idx="0"/>
          </p:cNvCxnSpPr>
          <p:nvPr/>
        </p:nvCxnSpPr>
        <p:spPr>
          <a:xfrm flipH="1">
            <a:off x="2029110" y="1464135"/>
            <a:ext cx="2" cy="199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9DFBC0D1-5BC2-E10A-CB82-970416CFBF88}"/>
              </a:ext>
            </a:extLst>
          </p:cNvPr>
          <p:cNvCxnSpPr>
            <a:stCxn id="12" idx="2"/>
            <a:endCxn id="15" idx="0"/>
          </p:cNvCxnSpPr>
          <p:nvPr/>
        </p:nvCxnSpPr>
        <p:spPr>
          <a:xfrm>
            <a:off x="2029110" y="2152294"/>
            <a:ext cx="2" cy="199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FDD11604-CCE1-A970-BC7E-9F3F53EC36F2}"/>
              </a:ext>
            </a:extLst>
          </p:cNvPr>
          <p:cNvCxnSpPr>
            <a:stCxn id="15" idx="2"/>
            <a:endCxn id="7" idx="0"/>
          </p:cNvCxnSpPr>
          <p:nvPr/>
        </p:nvCxnSpPr>
        <p:spPr>
          <a:xfrm flipH="1">
            <a:off x="2029110" y="2840453"/>
            <a:ext cx="2" cy="199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8929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순서도: 처리 1">
            <a:extLst>
              <a:ext uri="{FF2B5EF4-FFF2-40B4-BE49-F238E27FC236}">
                <a16:creationId xmlns:a16="http://schemas.microsoft.com/office/drawing/2014/main" id="{59EB4062-031E-A548-CAF0-6201B07DE202}"/>
              </a:ext>
            </a:extLst>
          </p:cNvPr>
          <p:cNvSpPr/>
          <p:nvPr/>
        </p:nvSpPr>
        <p:spPr>
          <a:xfrm>
            <a:off x="227504" y="230939"/>
            <a:ext cx="3845204" cy="54845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typedef enum {head, entry} tagfield;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66DF5416-EC87-D201-311D-B9E9DF117416}"/>
              </a:ext>
            </a:extLst>
          </p:cNvPr>
          <p:cNvSpPr/>
          <p:nvPr/>
        </p:nvSpPr>
        <p:spPr>
          <a:xfrm>
            <a:off x="3513212" y="1966589"/>
            <a:ext cx="1530275" cy="143827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entry_node{</a:t>
            </a:r>
            <a:b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</a:b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int row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int col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int value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처리 7">
            <a:extLst>
              <a:ext uri="{FF2B5EF4-FFF2-40B4-BE49-F238E27FC236}">
                <a16:creationId xmlns:a16="http://schemas.microsoft.com/office/drawing/2014/main" id="{846070D1-3B03-4934-4C4A-213AF68B76E1}"/>
              </a:ext>
            </a:extLst>
          </p:cNvPr>
          <p:cNvSpPr/>
          <p:nvPr/>
        </p:nvSpPr>
        <p:spPr>
          <a:xfrm>
            <a:off x="227504" y="945371"/>
            <a:ext cx="3046215" cy="258224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matrix_node{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matrix_pointer down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matrix_pointer right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tagfield tag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union u{</a:t>
            </a:r>
            <a:b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</a:b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	matrix_pointer next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	entry_node entry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}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DA56DF7F-D8A4-110C-11F6-632F7A9F305A}"/>
              </a:ext>
            </a:extLst>
          </p:cNvPr>
          <p:cNvSpPr/>
          <p:nvPr/>
        </p:nvSpPr>
        <p:spPr>
          <a:xfrm>
            <a:off x="5282980" y="2003104"/>
            <a:ext cx="4786237" cy="136524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matrix_pointer new_node(){</a:t>
            </a:r>
            <a:b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</a:b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matrix_pointer newnode;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newnode = malloc(sizeof(matrix_node));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return newnode;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DD3CC3B2-1753-A3ED-9964-641A20CBD36C}"/>
              </a:ext>
            </a:extLst>
          </p:cNvPr>
          <p:cNvSpPr/>
          <p:nvPr/>
        </p:nvSpPr>
        <p:spPr>
          <a:xfrm>
            <a:off x="3513212" y="1036944"/>
            <a:ext cx="3845203" cy="74138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matrix_pointer hdnode [MAX_SIZE]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matrix_pointer hdnode_t [MAX_SIZE]</a:t>
            </a:r>
          </a:p>
        </p:txBody>
      </p: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AA12257F-C715-26BC-7CF2-8E6B6EC589FD}"/>
              </a:ext>
            </a:extLst>
          </p:cNvPr>
          <p:cNvSpPr/>
          <p:nvPr/>
        </p:nvSpPr>
        <p:spPr>
          <a:xfrm>
            <a:off x="227505" y="5409147"/>
            <a:ext cx="3430096" cy="136524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int spop(stack* s) 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if stack is not empty{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top--; pop data;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}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F49A4465-11B4-DBC3-21C7-C2D68B1CB7D2}"/>
              </a:ext>
            </a:extLst>
          </p:cNvPr>
          <p:cNvSpPr/>
          <p:nvPr/>
        </p:nvSpPr>
        <p:spPr>
          <a:xfrm>
            <a:off x="4038167" y="5403858"/>
            <a:ext cx="4039034" cy="136524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precedence push(pstack* s)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if pstack is not empty{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top--; pop data;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}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" name="순서도: 처리 3">
            <a:extLst>
              <a:ext uri="{FF2B5EF4-FFF2-40B4-BE49-F238E27FC236}">
                <a16:creationId xmlns:a16="http://schemas.microsoft.com/office/drawing/2014/main" id="{19CABBEC-189C-7998-39CC-C55451C64CC9}"/>
              </a:ext>
            </a:extLst>
          </p:cNvPr>
          <p:cNvSpPr/>
          <p:nvPr/>
        </p:nvSpPr>
        <p:spPr>
          <a:xfrm>
            <a:off x="4251230" y="230939"/>
            <a:ext cx="3845204" cy="54845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matrix_node *matrix_pointer;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28533810-3F9A-2BC0-33C9-F80EDF4AF5DD}"/>
              </a:ext>
            </a:extLst>
          </p:cNvPr>
          <p:cNvSpPr/>
          <p:nvPr/>
        </p:nvSpPr>
        <p:spPr>
          <a:xfrm>
            <a:off x="8216489" y="268692"/>
            <a:ext cx="1954923" cy="51070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MAX_SIZE = 50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436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17C224CD-E798-4CE7-9891-6BAC15C1189B}"/>
              </a:ext>
            </a:extLst>
          </p:cNvPr>
          <p:cNvSpPr/>
          <p:nvPr/>
        </p:nvSpPr>
        <p:spPr>
          <a:xfrm>
            <a:off x="70946" y="423779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ED048B-BE55-8B79-9DFF-2D6770B185CE}"/>
              </a:ext>
            </a:extLst>
          </p:cNvPr>
          <p:cNvSpPr txBox="1"/>
          <p:nvPr/>
        </p:nvSpPr>
        <p:spPr>
          <a:xfrm>
            <a:off x="4086560" y="4647062"/>
            <a:ext cx="2970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matrix_pointer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mread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0E09E288-BD54-F645-F99D-8835B91C4827}"/>
              </a:ext>
            </a:extLst>
          </p:cNvPr>
          <p:cNvSpPr/>
          <p:nvPr/>
        </p:nvSpPr>
        <p:spPr>
          <a:xfrm>
            <a:off x="1093916" y="472783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fopen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2" name="순서도: 판단 21">
            <a:extLst>
              <a:ext uri="{FF2B5EF4-FFF2-40B4-BE49-F238E27FC236}">
                <a16:creationId xmlns:a16="http://schemas.microsoft.com/office/drawing/2014/main" id="{CE0B2149-907E-ECEF-0FC4-86425900EC6B}"/>
              </a:ext>
            </a:extLst>
          </p:cNvPr>
          <p:cNvSpPr/>
          <p:nvPr/>
        </p:nvSpPr>
        <p:spPr>
          <a:xfrm>
            <a:off x="66908" y="1522291"/>
            <a:ext cx="1621480" cy="955558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there’s no node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5" name="순서도: 처리 24">
            <a:extLst>
              <a:ext uri="{FF2B5EF4-FFF2-40B4-BE49-F238E27FC236}">
                <a16:creationId xmlns:a16="http://schemas.microsoft.com/office/drawing/2014/main" id="{F607C338-7A2C-E2BD-068E-7B02FFD5FE95}"/>
              </a:ext>
            </a:extLst>
          </p:cNvPr>
          <p:cNvSpPr/>
          <p:nvPr/>
        </p:nvSpPr>
        <p:spPr>
          <a:xfrm>
            <a:off x="1711983" y="4091024"/>
            <a:ext cx="1437777" cy="425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 node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7B75D0-C61B-878A-E0A8-9BD1C2EF73F2}"/>
              </a:ext>
            </a:extLst>
          </p:cNvPr>
          <p:cNvSpPr txBox="1"/>
          <p:nvPr/>
        </p:nvSpPr>
        <p:spPr>
          <a:xfrm>
            <a:off x="10924153" y="6365338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2" name="순서도: 데이터 1">
            <a:extLst>
              <a:ext uri="{FF2B5EF4-FFF2-40B4-BE49-F238E27FC236}">
                <a16:creationId xmlns:a16="http://schemas.microsoft.com/office/drawing/2014/main" id="{F596CA86-9C08-4ABB-9FDB-B10C5230757C}"/>
              </a:ext>
            </a:extLst>
          </p:cNvPr>
          <p:cNvSpPr/>
          <p:nvPr/>
        </p:nvSpPr>
        <p:spPr>
          <a:xfrm>
            <a:off x="1764225" y="182801"/>
            <a:ext cx="1825836" cy="908611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fscanf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num_rows num_cols num_terms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1325014B-851B-3D98-CB57-883B75FD6D9C}"/>
              </a:ext>
            </a:extLst>
          </p:cNvPr>
          <p:cNvSpPr/>
          <p:nvPr/>
        </p:nvSpPr>
        <p:spPr>
          <a:xfrm>
            <a:off x="3686734" y="285403"/>
            <a:ext cx="1848832" cy="70340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num_head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is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bigger one between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num_cols,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row_rows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491B2601-716D-C8A9-B573-954217BBE752}"/>
              </a:ext>
            </a:extLst>
          </p:cNvPr>
          <p:cNvSpPr/>
          <p:nvPr/>
        </p:nvSpPr>
        <p:spPr>
          <a:xfrm>
            <a:off x="5705061" y="322778"/>
            <a:ext cx="2890497" cy="61919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make node &amp;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save num_rows, num_cols, num_terms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at node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" name="순서도: 처리 6">
            <a:extLst>
              <a:ext uri="{FF2B5EF4-FFF2-40B4-BE49-F238E27FC236}">
                <a16:creationId xmlns:a16="http://schemas.microsoft.com/office/drawing/2014/main" id="{E075A8A8-6B40-7808-36BC-AABB2C7CE457}"/>
              </a:ext>
            </a:extLst>
          </p:cNvPr>
          <p:cNvSpPr/>
          <p:nvPr/>
        </p:nvSpPr>
        <p:spPr>
          <a:xfrm>
            <a:off x="1899739" y="1629260"/>
            <a:ext cx="1862983" cy="22515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heads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8" name="순서도: 처리 7">
            <a:extLst>
              <a:ext uri="{FF2B5EF4-FFF2-40B4-BE49-F238E27FC236}">
                <a16:creationId xmlns:a16="http://schemas.microsoft.com/office/drawing/2014/main" id="{CABED5F1-181E-D7B6-FB20-C0DD5C4EB44B}"/>
              </a:ext>
            </a:extLst>
          </p:cNvPr>
          <p:cNvSpPr/>
          <p:nvPr/>
        </p:nvSpPr>
        <p:spPr>
          <a:xfrm>
            <a:off x="1899857" y="1857450"/>
            <a:ext cx="1862983" cy="48490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init</a:t>
            </a:r>
            <a:r>
              <a:rPr lang="en-US" altLang="ko-KR" sz="1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lang="en-US" altLang="ko-KR" sz="16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headnode</a:t>
            </a:r>
            <a:r>
              <a:rPr lang="en-US" altLang="ko-KR" sz="1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[</a:t>
            </a:r>
            <a:r>
              <a:rPr lang="en-US" altLang="ko-KR" sz="16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</a:t>
            </a:r>
            <a:r>
              <a:rPr lang="en-US" altLang="ko-KR" sz="1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</a:t>
            </a:r>
            <a:endParaRPr lang="ko-KR" altLang="en-US" sz="16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A26E83C-D9B6-D018-ECDB-7EB4519FD493}"/>
              </a:ext>
            </a:extLst>
          </p:cNvPr>
          <p:cNvSpPr txBox="1"/>
          <p:nvPr/>
        </p:nvSpPr>
        <p:spPr>
          <a:xfrm>
            <a:off x="9591853" y="6075741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49" name="순서도: 처리 48">
            <a:extLst>
              <a:ext uri="{FF2B5EF4-FFF2-40B4-BE49-F238E27FC236}">
                <a16:creationId xmlns:a16="http://schemas.microsoft.com/office/drawing/2014/main" id="{846B4912-4470-1FBB-1DDB-2327312484CB}"/>
              </a:ext>
            </a:extLst>
          </p:cNvPr>
          <p:cNvSpPr/>
          <p:nvPr/>
        </p:nvSpPr>
        <p:spPr>
          <a:xfrm>
            <a:off x="64936" y="2592223"/>
            <a:ext cx="1637522" cy="425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node-&gt;right = node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0" name="순서도: 처리 49">
            <a:extLst>
              <a:ext uri="{FF2B5EF4-FFF2-40B4-BE49-F238E27FC236}">
                <a16:creationId xmlns:a16="http://schemas.microsoft.com/office/drawing/2014/main" id="{0E927C64-5857-2175-FCD9-9D77FDBF8D6D}"/>
              </a:ext>
            </a:extLst>
          </p:cNvPr>
          <p:cNvSpPr/>
          <p:nvPr/>
        </p:nvSpPr>
        <p:spPr>
          <a:xfrm>
            <a:off x="3974974" y="1180882"/>
            <a:ext cx="5770369" cy="32430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terms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1" name="순서도: 처리 50">
            <a:extLst>
              <a:ext uri="{FF2B5EF4-FFF2-40B4-BE49-F238E27FC236}">
                <a16:creationId xmlns:a16="http://schemas.microsoft.com/office/drawing/2014/main" id="{2D8D3279-2C8F-CE42-707D-20A0ED5AB7BB}"/>
              </a:ext>
            </a:extLst>
          </p:cNvPr>
          <p:cNvSpPr/>
          <p:nvPr/>
        </p:nvSpPr>
        <p:spPr>
          <a:xfrm>
            <a:off x="3971510" y="1509242"/>
            <a:ext cx="5773833" cy="137489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2" name="순서도: 판단 51">
            <a:extLst>
              <a:ext uri="{FF2B5EF4-FFF2-40B4-BE49-F238E27FC236}">
                <a16:creationId xmlns:a16="http://schemas.microsoft.com/office/drawing/2014/main" id="{D3B47A45-F447-885C-473B-E387A23A6D85}"/>
              </a:ext>
            </a:extLst>
          </p:cNvPr>
          <p:cNvSpPr/>
          <p:nvPr/>
        </p:nvSpPr>
        <p:spPr>
          <a:xfrm>
            <a:off x="5868088" y="1636147"/>
            <a:ext cx="1825836" cy="425443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 &gt; </a:t>
            </a:r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current_row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3" name="순서도: 처리 52">
            <a:extLst>
              <a:ext uri="{FF2B5EF4-FFF2-40B4-BE49-F238E27FC236}">
                <a16:creationId xmlns:a16="http://schemas.microsoft.com/office/drawing/2014/main" id="{201633C4-571D-9DD9-FF92-E1F43C8F9F0E}"/>
              </a:ext>
            </a:extLst>
          </p:cNvPr>
          <p:cNvSpPr/>
          <p:nvPr/>
        </p:nvSpPr>
        <p:spPr>
          <a:xfrm>
            <a:off x="4068191" y="1693389"/>
            <a:ext cx="1531646" cy="29587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fscanf row col value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4" name="순서도: 처리 53">
            <a:extLst>
              <a:ext uri="{FF2B5EF4-FFF2-40B4-BE49-F238E27FC236}">
                <a16:creationId xmlns:a16="http://schemas.microsoft.com/office/drawing/2014/main" id="{91FD8A0A-2FF2-C861-1FA4-95E89FBCF81E}"/>
              </a:ext>
            </a:extLst>
          </p:cNvPr>
          <p:cNvSpPr/>
          <p:nvPr/>
        </p:nvSpPr>
        <p:spPr>
          <a:xfrm>
            <a:off x="7902594" y="1703360"/>
            <a:ext cx="1397989" cy="30777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close current row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5" name="순서도: 처리 54">
            <a:extLst>
              <a:ext uri="{FF2B5EF4-FFF2-40B4-BE49-F238E27FC236}">
                <a16:creationId xmlns:a16="http://schemas.microsoft.com/office/drawing/2014/main" id="{84D602DA-789B-6402-6F43-C1BCD13B774B}"/>
              </a:ext>
            </a:extLst>
          </p:cNvPr>
          <p:cNvSpPr/>
          <p:nvPr/>
        </p:nvSpPr>
        <p:spPr>
          <a:xfrm>
            <a:off x="4068191" y="2226019"/>
            <a:ext cx="1862983" cy="48490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init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matrix_pointer temp &amp; save row, col, value</a:t>
            </a:r>
          </a:p>
        </p:txBody>
      </p:sp>
      <p:sp>
        <p:nvSpPr>
          <p:cNvPr id="56" name="순서도: 처리 55">
            <a:extLst>
              <a:ext uri="{FF2B5EF4-FFF2-40B4-BE49-F238E27FC236}">
                <a16:creationId xmlns:a16="http://schemas.microsoft.com/office/drawing/2014/main" id="{0A46F708-3614-735E-C0FF-F0C49F0379DC}"/>
              </a:ext>
            </a:extLst>
          </p:cNvPr>
          <p:cNvSpPr/>
          <p:nvPr/>
        </p:nvSpPr>
        <p:spPr>
          <a:xfrm>
            <a:off x="6302431" y="2219790"/>
            <a:ext cx="1862983" cy="48490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link temp into row list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link temp into col list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7" name="순서도: 처리 56">
            <a:extLst>
              <a:ext uri="{FF2B5EF4-FFF2-40B4-BE49-F238E27FC236}">
                <a16:creationId xmlns:a16="http://schemas.microsoft.com/office/drawing/2014/main" id="{9A6A1DEB-B891-1279-8D27-7CB04771F378}"/>
              </a:ext>
            </a:extLst>
          </p:cNvPr>
          <p:cNvSpPr/>
          <p:nvPr/>
        </p:nvSpPr>
        <p:spPr>
          <a:xfrm>
            <a:off x="1857875" y="3276104"/>
            <a:ext cx="1437776" cy="48490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close last row</a:t>
            </a:r>
            <a:endParaRPr lang="ko-KR" altLang="en-US" sz="16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8" name="순서도: 처리 57">
            <a:extLst>
              <a:ext uri="{FF2B5EF4-FFF2-40B4-BE49-F238E27FC236}">
                <a16:creationId xmlns:a16="http://schemas.microsoft.com/office/drawing/2014/main" id="{014A2C4E-F5E7-6AEE-82E2-22B6DFAD4153}"/>
              </a:ext>
            </a:extLst>
          </p:cNvPr>
          <p:cNvSpPr/>
          <p:nvPr/>
        </p:nvSpPr>
        <p:spPr>
          <a:xfrm>
            <a:off x="3506072" y="3216149"/>
            <a:ext cx="2065831" cy="22515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cols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9" name="순서도: 처리 58">
            <a:extLst>
              <a:ext uri="{FF2B5EF4-FFF2-40B4-BE49-F238E27FC236}">
                <a16:creationId xmlns:a16="http://schemas.microsoft.com/office/drawing/2014/main" id="{EB736168-4FC9-0533-C957-B58CF047A09A}"/>
              </a:ext>
            </a:extLst>
          </p:cNvPr>
          <p:cNvSpPr/>
          <p:nvPr/>
        </p:nvSpPr>
        <p:spPr>
          <a:xfrm>
            <a:off x="3506190" y="3434814"/>
            <a:ext cx="2065831" cy="48490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[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u.next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-&gt;down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hdnode[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0" name="순서도: 처리 59">
            <a:extLst>
              <a:ext uri="{FF2B5EF4-FFF2-40B4-BE49-F238E27FC236}">
                <a16:creationId xmlns:a16="http://schemas.microsoft.com/office/drawing/2014/main" id="{385CF0B6-C2F8-90DF-A7B6-16DEE0963039}"/>
              </a:ext>
            </a:extLst>
          </p:cNvPr>
          <p:cNvSpPr/>
          <p:nvPr/>
        </p:nvSpPr>
        <p:spPr>
          <a:xfrm>
            <a:off x="5782324" y="3216149"/>
            <a:ext cx="2065831" cy="22515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heads - 1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61" name="순서도: 처리 60">
            <a:extLst>
              <a:ext uri="{FF2B5EF4-FFF2-40B4-BE49-F238E27FC236}">
                <a16:creationId xmlns:a16="http://schemas.microsoft.com/office/drawing/2014/main" id="{3252C9A7-0B32-314E-9609-654089E90FA4}"/>
              </a:ext>
            </a:extLst>
          </p:cNvPr>
          <p:cNvSpPr/>
          <p:nvPr/>
        </p:nvSpPr>
        <p:spPr>
          <a:xfrm>
            <a:off x="5782206" y="3442173"/>
            <a:ext cx="2065831" cy="48490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headnode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[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u.next</a:t>
            </a:r>
            <a:endParaRPr lang="en-US" altLang="ko-KR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hdnode[i+1]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2" name="순서도: 처리 61">
            <a:extLst>
              <a:ext uri="{FF2B5EF4-FFF2-40B4-BE49-F238E27FC236}">
                <a16:creationId xmlns:a16="http://schemas.microsoft.com/office/drawing/2014/main" id="{EF9F3ABA-687C-1AFE-8A1C-73FC220BD144}"/>
              </a:ext>
            </a:extLst>
          </p:cNvPr>
          <p:cNvSpPr/>
          <p:nvPr/>
        </p:nvSpPr>
        <p:spPr>
          <a:xfrm>
            <a:off x="8114073" y="3293969"/>
            <a:ext cx="2810080" cy="48490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hdnode[num_heads-1]-&gt;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u.next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node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node-&gt;right = hdnode[0]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4" name="순서도: 처리 63">
            <a:extLst>
              <a:ext uri="{FF2B5EF4-FFF2-40B4-BE49-F238E27FC236}">
                <a16:creationId xmlns:a16="http://schemas.microsoft.com/office/drawing/2014/main" id="{FEF341B7-B2AD-8E40-4BDE-85DF948C96F0}"/>
              </a:ext>
            </a:extLst>
          </p:cNvPr>
          <p:cNvSpPr/>
          <p:nvPr/>
        </p:nvSpPr>
        <p:spPr>
          <a:xfrm>
            <a:off x="543902" y="4138464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800D32AE-95CC-365C-C3BD-8064B7988E66}"/>
              </a:ext>
            </a:extLst>
          </p:cNvPr>
          <p:cNvCxnSpPr>
            <a:stCxn id="4" idx="3"/>
            <a:endCxn id="17" idx="1"/>
          </p:cNvCxnSpPr>
          <p:nvPr/>
        </p:nvCxnSpPr>
        <p:spPr>
          <a:xfrm flipV="1">
            <a:off x="1019213" y="638064"/>
            <a:ext cx="74703" cy="58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A6C05C79-945D-8232-3DB8-8003ED2065C2}"/>
              </a:ext>
            </a:extLst>
          </p:cNvPr>
          <p:cNvCxnSpPr>
            <a:stCxn id="17" idx="3"/>
            <a:endCxn id="2" idx="2"/>
          </p:cNvCxnSpPr>
          <p:nvPr/>
        </p:nvCxnSpPr>
        <p:spPr>
          <a:xfrm flipV="1">
            <a:off x="1758230" y="637107"/>
            <a:ext cx="188579" cy="9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A287EF4B-37B0-4E50-5623-2D67BC75F4DB}"/>
              </a:ext>
            </a:extLst>
          </p:cNvPr>
          <p:cNvCxnSpPr>
            <a:stCxn id="2" idx="5"/>
            <a:endCxn id="3" idx="1"/>
          </p:cNvCxnSpPr>
          <p:nvPr/>
        </p:nvCxnSpPr>
        <p:spPr>
          <a:xfrm flipV="1">
            <a:off x="3407477" y="637106"/>
            <a:ext cx="27925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A4A33CC6-02EC-0DB3-3790-7821E048063D}"/>
              </a:ext>
            </a:extLst>
          </p:cNvPr>
          <p:cNvCxnSpPr>
            <a:stCxn id="3" idx="3"/>
            <a:endCxn id="5" idx="1"/>
          </p:cNvCxnSpPr>
          <p:nvPr/>
        </p:nvCxnSpPr>
        <p:spPr>
          <a:xfrm flipV="1">
            <a:off x="5535566" y="632376"/>
            <a:ext cx="169495" cy="47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연결선: 꺾임 73">
            <a:extLst>
              <a:ext uri="{FF2B5EF4-FFF2-40B4-BE49-F238E27FC236}">
                <a16:creationId xmlns:a16="http://schemas.microsoft.com/office/drawing/2014/main" id="{B1CCA3C2-55A8-D5CD-21FD-E1A7B71917EA}"/>
              </a:ext>
            </a:extLst>
          </p:cNvPr>
          <p:cNvCxnSpPr>
            <a:stCxn id="5" idx="3"/>
          </p:cNvCxnSpPr>
          <p:nvPr/>
        </p:nvCxnSpPr>
        <p:spPr>
          <a:xfrm flipH="1">
            <a:off x="876059" y="632376"/>
            <a:ext cx="7719499" cy="459036"/>
          </a:xfrm>
          <a:prstGeom prst="bentConnector3">
            <a:avLst>
              <a:gd name="adj1" fmla="val -296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4392C691-58DD-95E3-DB40-DAFE4756E728}"/>
              </a:ext>
            </a:extLst>
          </p:cNvPr>
          <p:cNvCxnSpPr>
            <a:endCxn id="22" idx="0"/>
          </p:cNvCxnSpPr>
          <p:nvPr/>
        </p:nvCxnSpPr>
        <p:spPr>
          <a:xfrm>
            <a:off x="876059" y="1091412"/>
            <a:ext cx="1589" cy="4308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0C4D837D-62AE-3AEC-61B7-38B44DB982B4}"/>
              </a:ext>
            </a:extLst>
          </p:cNvPr>
          <p:cNvCxnSpPr>
            <a:cxnSpLocks/>
            <a:stCxn id="49" idx="2"/>
            <a:endCxn id="64" idx="0"/>
          </p:cNvCxnSpPr>
          <p:nvPr/>
        </p:nvCxnSpPr>
        <p:spPr>
          <a:xfrm flipH="1">
            <a:off x="876059" y="3017666"/>
            <a:ext cx="7638" cy="11207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D6351175-F49F-4B39-1DA3-01D8D0F18432}"/>
              </a:ext>
            </a:extLst>
          </p:cNvPr>
          <p:cNvCxnSpPr>
            <a:stCxn id="8" idx="3"/>
            <a:endCxn id="51" idx="1"/>
          </p:cNvCxnSpPr>
          <p:nvPr/>
        </p:nvCxnSpPr>
        <p:spPr>
          <a:xfrm>
            <a:off x="3762840" y="2099904"/>
            <a:ext cx="208670" cy="96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E24D1EC8-7CD0-4092-2EB4-E026E4AE6656}"/>
              </a:ext>
            </a:extLst>
          </p:cNvPr>
          <p:cNvCxnSpPr>
            <a:stCxn id="53" idx="3"/>
            <a:endCxn id="52" idx="1"/>
          </p:cNvCxnSpPr>
          <p:nvPr/>
        </p:nvCxnSpPr>
        <p:spPr>
          <a:xfrm>
            <a:off x="5599837" y="1841329"/>
            <a:ext cx="268251" cy="75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5F1B155E-7267-EFCA-1653-054109F322E0}"/>
              </a:ext>
            </a:extLst>
          </p:cNvPr>
          <p:cNvCxnSpPr>
            <a:stCxn id="52" idx="3"/>
            <a:endCxn id="54" idx="1"/>
          </p:cNvCxnSpPr>
          <p:nvPr/>
        </p:nvCxnSpPr>
        <p:spPr>
          <a:xfrm>
            <a:off x="7693924" y="1848869"/>
            <a:ext cx="208670" cy="8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18CAAEFB-8B80-9151-584B-029BD4136600}"/>
              </a:ext>
            </a:extLst>
          </p:cNvPr>
          <p:cNvCxnSpPr>
            <a:stCxn id="54" idx="3"/>
          </p:cNvCxnSpPr>
          <p:nvPr/>
        </p:nvCxnSpPr>
        <p:spPr>
          <a:xfrm flipV="1">
            <a:off x="9300583" y="1848869"/>
            <a:ext cx="252992" cy="83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BFBC5B3F-252B-E98C-9974-13DF4C2072B5}"/>
              </a:ext>
            </a:extLst>
          </p:cNvPr>
          <p:cNvCxnSpPr/>
          <p:nvPr/>
        </p:nvCxnSpPr>
        <p:spPr>
          <a:xfrm>
            <a:off x="9553575" y="1848869"/>
            <a:ext cx="0" cy="2510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57871D98-E9B0-53D7-418D-4B7E972C92A0}"/>
              </a:ext>
            </a:extLst>
          </p:cNvPr>
          <p:cNvCxnSpPr/>
          <p:nvPr/>
        </p:nvCxnSpPr>
        <p:spPr>
          <a:xfrm flipH="1">
            <a:off x="4981575" y="2099904"/>
            <a:ext cx="457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9556E1CE-F097-1695-8639-B7244CD17DFE}"/>
              </a:ext>
            </a:extLst>
          </p:cNvPr>
          <p:cNvCxnSpPr>
            <a:endCxn id="55" idx="0"/>
          </p:cNvCxnSpPr>
          <p:nvPr/>
        </p:nvCxnSpPr>
        <p:spPr>
          <a:xfrm>
            <a:off x="4981575" y="2099904"/>
            <a:ext cx="18108" cy="1261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연결선: 꺾임 103">
            <a:extLst>
              <a:ext uri="{FF2B5EF4-FFF2-40B4-BE49-F238E27FC236}">
                <a16:creationId xmlns:a16="http://schemas.microsoft.com/office/drawing/2014/main" id="{C11A20A0-6CD3-0F1D-9A93-50E76A21E76F}"/>
              </a:ext>
            </a:extLst>
          </p:cNvPr>
          <p:cNvCxnSpPr>
            <a:stCxn id="52" idx="2"/>
          </p:cNvCxnSpPr>
          <p:nvPr/>
        </p:nvCxnSpPr>
        <p:spPr>
          <a:xfrm rot="5400000">
            <a:off x="5822796" y="1238478"/>
            <a:ext cx="135098" cy="178132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47674D42-0B7A-4A5B-C14E-FFAE109E4F34}"/>
              </a:ext>
            </a:extLst>
          </p:cNvPr>
          <p:cNvCxnSpPr>
            <a:stCxn id="55" idx="3"/>
            <a:endCxn id="56" idx="1"/>
          </p:cNvCxnSpPr>
          <p:nvPr/>
        </p:nvCxnSpPr>
        <p:spPr>
          <a:xfrm>
            <a:off x="5931174" y="2468473"/>
            <a:ext cx="371257" cy="93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연결선: 꺾임 109">
            <a:extLst>
              <a:ext uri="{FF2B5EF4-FFF2-40B4-BE49-F238E27FC236}">
                <a16:creationId xmlns:a16="http://schemas.microsoft.com/office/drawing/2014/main" id="{FA694E45-2139-91E6-F6B5-F94A87F57289}"/>
              </a:ext>
            </a:extLst>
          </p:cNvPr>
          <p:cNvCxnSpPr>
            <a:cxnSpLocks/>
            <a:stCxn id="51" idx="3"/>
          </p:cNvCxnSpPr>
          <p:nvPr/>
        </p:nvCxnSpPr>
        <p:spPr>
          <a:xfrm flipH="1">
            <a:off x="2576763" y="2196688"/>
            <a:ext cx="7168580" cy="881564"/>
          </a:xfrm>
          <a:prstGeom prst="bentConnector3">
            <a:avLst>
              <a:gd name="adj1" fmla="val -318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F5020314-5D69-1CA8-3503-6A3262028A75}"/>
              </a:ext>
            </a:extLst>
          </p:cNvPr>
          <p:cNvCxnSpPr>
            <a:endCxn id="57" idx="0"/>
          </p:cNvCxnSpPr>
          <p:nvPr/>
        </p:nvCxnSpPr>
        <p:spPr>
          <a:xfrm flipH="1">
            <a:off x="2576763" y="3086100"/>
            <a:ext cx="4512" cy="1900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1628A78D-9CD9-3ACB-5092-696EDF99A506}"/>
              </a:ext>
            </a:extLst>
          </p:cNvPr>
          <p:cNvCxnSpPr>
            <a:stCxn id="57" idx="3"/>
            <a:endCxn id="59" idx="1"/>
          </p:cNvCxnSpPr>
          <p:nvPr/>
        </p:nvCxnSpPr>
        <p:spPr>
          <a:xfrm>
            <a:off x="3295651" y="3518558"/>
            <a:ext cx="210539" cy="1587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6221B5D6-E68E-5E76-7DB5-842FB49D6C6E}"/>
              </a:ext>
            </a:extLst>
          </p:cNvPr>
          <p:cNvCxnSpPr>
            <a:stCxn id="59" idx="3"/>
            <a:endCxn id="61" idx="1"/>
          </p:cNvCxnSpPr>
          <p:nvPr/>
        </p:nvCxnSpPr>
        <p:spPr>
          <a:xfrm>
            <a:off x="5572021" y="3677268"/>
            <a:ext cx="210185" cy="73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53AF67BC-B2C8-E5C9-10D7-919F7FAA1374}"/>
              </a:ext>
            </a:extLst>
          </p:cNvPr>
          <p:cNvCxnSpPr>
            <a:stCxn id="61" idx="3"/>
            <a:endCxn id="62" idx="1"/>
          </p:cNvCxnSpPr>
          <p:nvPr/>
        </p:nvCxnSpPr>
        <p:spPr>
          <a:xfrm flipV="1">
            <a:off x="7848037" y="3536423"/>
            <a:ext cx="266036" cy="1482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연결선: 꺾임 119">
            <a:extLst>
              <a:ext uri="{FF2B5EF4-FFF2-40B4-BE49-F238E27FC236}">
                <a16:creationId xmlns:a16="http://schemas.microsoft.com/office/drawing/2014/main" id="{F952D5E8-44FA-6957-FD20-273791526EAB}"/>
              </a:ext>
            </a:extLst>
          </p:cNvPr>
          <p:cNvCxnSpPr>
            <a:stCxn id="62" idx="3"/>
          </p:cNvCxnSpPr>
          <p:nvPr/>
        </p:nvCxnSpPr>
        <p:spPr>
          <a:xfrm flipH="1">
            <a:off x="876059" y="3536423"/>
            <a:ext cx="10048094" cy="390657"/>
          </a:xfrm>
          <a:prstGeom prst="bentConnector3">
            <a:avLst>
              <a:gd name="adj1" fmla="val -227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31C24C1D-F3EB-FBA0-1DDF-225BC7243248}"/>
              </a:ext>
            </a:extLst>
          </p:cNvPr>
          <p:cNvCxnSpPr>
            <a:stCxn id="64" idx="3"/>
            <a:endCxn id="25" idx="1"/>
          </p:cNvCxnSpPr>
          <p:nvPr/>
        </p:nvCxnSpPr>
        <p:spPr>
          <a:xfrm>
            <a:off x="1208216" y="4303745"/>
            <a:ext cx="50376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B7A36E70-AE55-5F83-93E4-C30086D87609}"/>
              </a:ext>
            </a:extLst>
          </p:cNvPr>
          <p:cNvCxnSpPr>
            <a:stCxn id="22" idx="2"/>
            <a:endCxn id="49" idx="0"/>
          </p:cNvCxnSpPr>
          <p:nvPr/>
        </p:nvCxnSpPr>
        <p:spPr>
          <a:xfrm>
            <a:off x="877648" y="2477849"/>
            <a:ext cx="6049" cy="1143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34DE44BD-5CC2-BB67-1F9B-BA4428463AA9}"/>
              </a:ext>
            </a:extLst>
          </p:cNvPr>
          <p:cNvCxnSpPr>
            <a:stCxn id="22" idx="3"/>
            <a:endCxn id="8" idx="1"/>
          </p:cNvCxnSpPr>
          <p:nvPr/>
        </p:nvCxnSpPr>
        <p:spPr>
          <a:xfrm>
            <a:off x="1688388" y="2000070"/>
            <a:ext cx="211469" cy="998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020B83CF-EE69-C34D-687E-2E0BCF811BF5}"/>
              </a:ext>
            </a:extLst>
          </p:cNvPr>
          <p:cNvSpPr txBox="1"/>
          <p:nvPr/>
        </p:nvSpPr>
        <p:spPr>
          <a:xfrm>
            <a:off x="386445" y="2335352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6A57363-14CD-405B-BA59-099FB7D3EB78}"/>
              </a:ext>
            </a:extLst>
          </p:cNvPr>
          <p:cNvSpPr txBox="1"/>
          <p:nvPr/>
        </p:nvSpPr>
        <p:spPr>
          <a:xfrm>
            <a:off x="1397062" y="1694648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DC2253B-0D27-8C97-A1FB-E962ABCD9C7C}"/>
              </a:ext>
            </a:extLst>
          </p:cNvPr>
          <p:cNvSpPr txBox="1"/>
          <p:nvPr/>
        </p:nvSpPr>
        <p:spPr>
          <a:xfrm>
            <a:off x="7413144" y="1554376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43243FAD-35E1-5FF0-FFF2-228310ECD9FC}"/>
              </a:ext>
            </a:extLst>
          </p:cNvPr>
          <p:cNvSpPr txBox="1"/>
          <p:nvPr/>
        </p:nvSpPr>
        <p:spPr>
          <a:xfrm>
            <a:off x="6221430" y="1921573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436633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17C224CD-E798-4CE7-9891-6BAC15C1189B}"/>
              </a:ext>
            </a:extLst>
          </p:cNvPr>
          <p:cNvSpPr/>
          <p:nvPr/>
        </p:nvSpPr>
        <p:spPr>
          <a:xfrm>
            <a:off x="70946" y="423779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ED048B-BE55-8B79-9DFF-2D6770B185CE}"/>
              </a:ext>
            </a:extLst>
          </p:cNvPr>
          <p:cNvSpPr txBox="1"/>
          <p:nvPr/>
        </p:nvSpPr>
        <p:spPr>
          <a:xfrm>
            <a:off x="2277644" y="4846063"/>
            <a:ext cx="6263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ko-KR" b="0" dirty="0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matrix_pointer</a:t>
            </a:r>
            <a:r>
              <a:rPr lang="fr-FR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fr-FR" altLang="ko-KR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mtranspose</a:t>
            </a:r>
            <a:r>
              <a:rPr lang="fr-FR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fr-FR" altLang="ko-KR" b="0" dirty="0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matrix_pointer</a:t>
            </a:r>
            <a:r>
              <a:rPr lang="fr-FR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fr-FR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matrix</a:t>
            </a:r>
            <a:r>
              <a:rPr lang="fr-FR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2" name="순서도: 판단 21">
            <a:extLst>
              <a:ext uri="{FF2B5EF4-FFF2-40B4-BE49-F238E27FC236}">
                <a16:creationId xmlns:a16="http://schemas.microsoft.com/office/drawing/2014/main" id="{CE0B2149-907E-ECEF-0FC4-86425900EC6B}"/>
              </a:ext>
            </a:extLst>
          </p:cNvPr>
          <p:cNvSpPr/>
          <p:nvPr/>
        </p:nvSpPr>
        <p:spPr>
          <a:xfrm>
            <a:off x="66908" y="1522291"/>
            <a:ext cx="1621480" cy="955558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there’s no node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5" name="순서도: 처리 24">
            <a:extLst>
              <a:ext uri="{FF2B5EF4-FFF2-40B4-BE49-F238E27FC236}">
                <a16:creationId xmlns:a16="http://schemas.microsoft.com/office/drawing/2014/main" id="{F607C338-7A2C-E2BD-068E-7B02FFD5FE95}"/>
              </a:ext>
            </a:extLst>
          </p:cNvPr>
          <p:cNvSpPr/>
          <p:nvPr/>
        </p:nvSpPr>
        <p:spPr>
          <a:xfrm>
            <a:off x="1711983" y="4091024"/>
            <a:ext cx="1437777" cy="425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 node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7B75D0-C61B-878A-E0A8-9BD1C2EF73F2}"/>
              </a:ext>
            </a:extLst>
          </p:cNvPr>
          <p:cNvSpPr txBox="1"/>
          <p:nvPr/>
        </p:nvSpPr>
        <p:spPr>
          <a:xfrm>
            <a:off x="10924153" y="6365338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1325014B-851B-3D98-CB57-883B75FD6D9C}"/>
              </a:ext>
            </a:extLst>
          </p:cNvPr>
          <p:cNvSpPr/>
          <p:nvPr/>
        </p:nvSpPr>
        <p:spPr>
          <a:xfrm>
            <a:off x="3686734" y="285403"/>
            <a:ext cx="1848832" cy="70340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num_head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is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bigger one between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num_cols,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row_rows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491B2601-716D-C8A9-B573-954217BBE752}"/>
              </a:ext>
            </a:extLst>
          </p:cNvPr>
          <p:cNvSpPr/>
          <p:nvPr/>
        </p:nvSpPr>
        <p:spPr>
          <a:xfrm>
            <a:off x="5705061" y="322778"/>
            <a:ext cx="2890497" cy="61919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make node &amp;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save num_rows, num_cols, num_terms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at node </a:t>
            </a:r>
            <a:r>
              <a:rPr lang="en-US" altLang="ko-KR" sz="120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*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</a:rPr>
              <a:t> </a:t>
            </a:r>
            <a:r>
              <a:rPr lang="en-US" altLang="ko-KR" sz="120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save rows, cols reversely</a:t>
            </a:r>
            <a:endParaRPr lang="ko-KR" altLang="en-US" sz="1200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7" name="순서도: 처리 6">
            <a:extLst>
              <a:ext uri="{FF2B5EF4-FFF2-40B4-BE49-F238E27FC236}">
                <a16:creationId xmlns:a16="http://schemas.microsoft.com/office/drawing/2014/main" id="{E075A8A8-6B40-7808-36BC-AABB2C7CE457}"/>
              </a:ext>
            </a:extLst>
          </p:cNvPr>
          <p:cNvSpPr/>
          <p:nvPr/>
        </p:nvSpPr>
        <p:spPr>
          <a:xfrm>
            <a:off x="1899739" y="1629260"/>
            <a:ext cx="1862983" cy="22515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heads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8" name="순서도: 처리 7">
            <a:extLst>
              <a:ext uri="{FF2B5EF4-FFF2-40B4-BE49-F238E27FC236}">
                <a16:creationId xmlns:a16="http://schemas.microsoft.com/office/drawing/2014/main" id="{CABED5F1-181E-D7B6-FB20-C0DD5C4EB44B}"/>
              </a:ext>
            </a:extLst>
          </p:cNvPr>
          <p:cNvSpPr/>
          <p:nvPr/>
        </p:nvSpPr>
        <p:spPr>
          <a:xfrm>
            <a:off x="1899857" y="1857450"/>
            <a:ext cx="1862983" cy="48490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init</a:t>
            </a:r>
            <a:r>
              <a:rPr lang="en-US" altLang="ko-KR" sz="1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hdnode_t[</a:t>
            </a:r>
            <a:r>
              <a:rPr lang="en-US" altLang="ko-KR" sz="16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</a:t>
            </a:r>
            <a:r>
              <a:rPr lang="en-US" altLang="ko-KR" sz="1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</a:t>
            </a:r>
            <a:endParaRPr lang="ko-KR" altLang="en-US" sz="16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A26E83C-D9B6-D018-ECDB-7EB4519FD493}"/>
              </a:ext>
            </a:extLst>
          </p:cNvPr>
          <p:cNvSpPr txBox="1"/>
          <p:nvPr/>
        </p:nvSpPr>
        <p:spPr>
          <a:xfrm>
            <a:off x="9591853" y="6075741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49" name="순서도: 처리 48">
            <a:extLst>
              <a:ext uri="{FF2B5EF4-FFF2-40B4-BE49-F238E27FC236}">
                <a16:creationId xmlns:a16="http://schemas.microsoft.com/office/drawing/2014/main" id="{846B4912-4470-1FBB-1DDB-2327312484CB}"/>
              </a:ext>
            </a:extLst>
          </p:cNvPr>
          <p:cNvSpPr/>
          <p:nvPr/>
        </p:nvSpPr>
        <p:spPr>
          <a:xfrm>
            <a:off x="64936" y="2592223"/>
            <a:ext cx="1637522" cy="425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node-&gt;right = node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0" name="순서도: 처리 49">
            <a:extLst>
              <a:ext uri="{FF2B5EF4-FFF2-40B4-BE49-F238E27FC236}">
                <a16:creationId xmlns:a16="http://schemas.microsoft.com/office/drawing/2014/main" id="{0E927C64-5857-2175-FCD9-9D77FDBF8D6D}"/>
              </a:ext>
            </a:extLst>
          </p:cNvPr>
          <p:cNvSpPr/>
          <p:nvPr/>
        </p:nvSpPr>
        <p:spPr>
          <a:xfrm>
            <a:off x="3974974" y="1180882"/>
            <a:ext cx="7077195" cy="32430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terms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1" name="순서도: 처리 50">
            <a:extLst>
              <a:ext uri="{FF2B5EF4-FFF2-40B4-BE49-F238E27FC236}">
                <a16:creationId xmlns:a16="http://schemas.microsoft.com/office/drawing/2014/main" id="{2D8D3279-2C8F-CE42-707D-20A0ED5AB7BB}"/>
              </a:ext>
            </a:extLst>
          </p:cNvPr>
          <p:cNvSpPr/>
          <p:nvPr/>
        </p:nvSpPr>
        <p:spPr>
          <a:xfrm>
            <a:off x="3971510" y="1509242"/>
            <a:ext cx="7085426" cy="137489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2" name="순서도: 판단 51">
            <a:extLst>
              <a:ext uri="{FF2B5EF4-FFF2-40B4-BE49-F238E27FC236}">
                <a16:creationId xmlns:a16="http://schemas.microsoft.com/office/drawing/2014/main" id="{D3B47A45-F447-885C-473B-E387A23A6D85}"/>
              </a:ext>
            </a:extLst>
          </p:cNvPr>
          <p:cNvSpPr/>
          <p:nvPr/>
        </p:nvSpPr>
        <p:spPr>
          <a:xfrm>
            <a:off x="5868088" y="1636147"/>
            <a:ext cx="1825836" cy="425443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 &gt; </a:t>
            </a:r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current_row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3" name="순서도: 처리 52">
            <a:extLst>
              <a:ext uri="{FF2B5EF4-FFF2-40B4-BE49-F238E27FC236}">
                <a16:creationId xmlns:a16="http://schemas.microsoft.com/office/drawing/2014/main" id="{201633C4-571D-9DD9-FF92-E1F43C8F9F0E}"/>
              </a:ext>
            </a:extLst>
          </p:cNvPr>
          <p:cNvSpPr/>
          <p:nvPr/>
        </p:nvSpPr>
        <p:spPr>
          <a:xfrm>
            <a:off x="4068191" y="1642605"/>
            <a:ext cx="1531646" cy="34666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get row col value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from matrix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4" name="순서도: 처리 53">
            <a:extLst>
              <a:ext uri="{FF2B5EF4-FFF2-40B4-BE49-F238E27FC236}">
                <a16:creationId xmlns:a16="http://schemas.microsoft.com/office/drawing/2014/main" id="{91FD8A0A-2FF2-C861-1FA4-95E89FBCF81E}"/>
              </a:ext>
            </a:extLst>
          </p:cNvPr>
          <p:cNvSpPr/>
          <p:nvPr/>
        </p:nvSpPr>
        <p:spPr>
          <a:xfrm>
            <a:off x="7902594" y="1703360"/>
            <a:ext cx="1397989" cy="30777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close current col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5" name="순서도: 처리 54">
            <a:extLst>
              <a:ext uri="{FF2B5EF4-FFF2-40B4-BE49-F238E27FC236}">
                <a16:creationId xmlns:a16="http://schemas.microsoft.com/office/drawing/2014/main" id="{84D602DA-789B-6402-6F43-C1BCD13B774B}"/>
              </a:ext>
            </a:extLst>
          </p:cNvPr>
          <p:cNvSpPr/>
          <p:nvPr/>
        </p:nvSpPr>
        <p:spPr>
          <a:xfrm>
            <a:off x="4068192" y="2226019"/>
            <a:ext cx="1781324" cy="58731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init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matrix_pointer temp &amp; save row, col, value</a:t>
            </a:r>
          </a:p>
          <a:p>
            <a:pPr algn="ctr"/>
            <a:r>
              <a:rPr lang="en-US" altLang="ko-KR" sz="120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* save row col reversely</a:t>
            </a:r>
          </a:p>
        </p:txBody>
      </p:sp>
      <p:sp>
        <p:nvSpPr>
          <p:cNvPr id="56" name="순서도: 처리 55">
            <a:extLst>
              <a:ext uri="{FF2B5EF4-FFF2-40B4-BE49-F238E27FC236}">
                <a16:creationId xmlns:a16="http://schemas.microsoft.com/office/drawing/2014/main" id="{0A46F708-3614-735E-C0FF-F0C49F0379DC}"/>
              </a:ext>
            </a:extLst>
          </p:cNvPr>
          <p:cNvSpPr/>
          <p:nvPr/>
        </p:nvSpPr>
        <p:spPr>
          <a:xfrm>
            <a:off x="6064955" y="2229350"/>
            <a:ext cx="1628970" cy="48490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link temp into row list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link temp into col list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7" name="순서도: 처리 56">
            <a:extLst>
              <a:ext uri="{FF2B5EF4-FFF2-40B4-BE49-F238E27FC236}">
                <a16:creationId xmlns:a16="http://schemas.microsoft.com/office/drawing/2014/main" id="{9A6A1DEB-B891-1279-8D27-7CB04771F378}"/>
              </a:ext>
            </a:extLst>
          </p:cNvPr>
          <p:cNvSpPr/>
          <p:nvPr/>
        </p:nvSpPr>
        <p:spPr>
          <a:xfrm>
            <a:off x="1857875" y="3276104"/>
            <a:ext cx="1437776" cy="48490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close last row</a:t>
            </a:r>
            <a:endParaRPr lang="ko-KR" altLang="en-US" sz="16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8" name="순서도: 처리 57">
            <a:extLst>
              <a:ext uri="{FF2B5EF4-FFF2-40B4-BE49-F238E27FC236}">
                <a16:creationId xmlns:a16="http://schemas.microsoft.com/office/drawing/2014/main" id="{014A2C4E-F5E7-6AEE-82E2-22B6DFAD4153}"/>
              </a:ext>
            </a:extLst>
          </p:cNvPr>
          <p:cNvSpPr/>
          <p:nvPr/>
        </p:nvSpPr>
        <p:spPr>
          <a:xfrm>
            <a:off x="3506072" y="3216149"/>
            <a:ext cx="2065831" cy="22515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cols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9" name="순서도: 처리 58">
            <a:extLst>
              <a:ext uri="{FF2B5EF4-FFF2-40B4-BE49-F238E27FC236}">
                <a16:creationId xmlns:a16="http://schemas.microsoft.com/office/drawing/2014/main" id="{EB736168-4FC9-0533-C957-B58CF047A09A}"/>
              </a:ext>
            </a:extLst>
          </p:cNvPr>
          <p:cNvSpPr/>
          <p:nvPr/>
        </p:nvSpPr>
        <p:spPr>
          <a:xfrm>
            <a:off x="3506190" y="3434814"/>
            <a:ext cx="2065831" cy="48490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hdnode_t[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u.next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-&gt;down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hdnode_t[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0" name="순서도: 처리 59">
            <a:extLst>
              <a:ext uri="{FF2B5EF4-FFF2-40B4-BE49-F238E27FC236}">
                <a16:creationId xmlns:a16="http://schemas.microsoft.com/office/drawing/2014/main" id="{385CF0B6-C2F8-90DF-A7B6-16DEE0963039}"/>
              </a:ext>
            </a:extLst>
          </p:cNvPr>
          <p:cNvSpPr/>
          <p:nvPr/>
        </p:nvSpPr>
        <p:spPr>
          <a:xfrm>
            <a:off x="5782324" y="3216149"/>
            <a:ext cx="2065831" cy="22515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heads - 1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61" name="순서도: 처리 60">
            <a:extLst>
              <a:ext uri="{FF2B5EF4-FFF2-40B4-BE49-F238E27FC236}">
                <a16:creationId xmlns:a16="http://schemas.microsoft.com/office/drawing/2014/main" id="{3252C9A7-0B32-314E-9609-654089E90FA4}"/>
              </a:ext>
            </a:extLst>
          </p:cNvPr>
          <p:cNvSpPr/>
          <p:nvPr/>
        </p:nvSpPr>
        <p:spPr>
          <a:xfrm>
            <a:off x="5782206" y="3442173"/>
            <a:ext cx="2065831" cy="48490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hdnode_t[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u.next</a:t>
            </a:r>
            <a:endParaRPr lang="en-US" altLang="ko-KR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hdnode_t[i+1]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2" name="순서도: 처리 61">
            <a:extLst>
              <a:ext uri="{FF2B5EF4-FFF2-40B4-BE49-F238E27FC236}">
                <a16:creationId xmlns:a16="http://schemas.microsoft.com/office/drawing/2014/main" id="{EF9F3ABA-687C-1AFE-8A1C-73FC220BD144}"/>
              </a:ext>
            </a:extLst>
          </p:cNvPr>
          <p:cNvSpPr/>
          <p:nvPr/>
        </p:nvSpPr>
        <p:spPr>
          <a:xfrm>
            <a:off x="8114073" y="3293969"/>
            <a:ext cx="2944452" cy="48490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hdnode_t[num_heads-1]-&gt;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u.next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node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node-&gt;right = hdnode_t[0]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A6C05C79-945D-8232-3DB8-8003ED2065C2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1019213" y="637107"/>
            <a:ext cx="927596" cy="68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A287EF4B-37B0-4E50-5623-2D67BC75F4DB}"/>
              </a:ext>
            </a:extLst>
          </p:cNvPr>
          <p:cNvCxnSpPr>
            <a:cxnSpLocks/>
            <a:endCxn id="3" idx="1"/>
          </p:cNvCxnSpPr>
          <p:nvPr/>
        </p:nvCxnSpPr>
        <p:spPr>
          <a:xfrm flipV="1">
            <a:off x="3407477" y="637106"/>
            <a:ext cx="27925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A4A33CC6-02EC-0DB3-3790-7821E048063D}"/>
              </a:ext>
            </a:extLst>
          </p:cNvPr>
          <p:cNvCxnSpPr>
            <a:stCxn id="3" idx="3"/>
            <a:endCxn id="5" idx="1"/>
          </p:cNvCxnSpPr>
          <p:nvPr/>
        </p:nvCxnSpPr>
        <p:spPr>
          <a:xfrm flipV="1">
            <a:off x="5535566" y="632376"/>
            <a:ext cx="169495" cy="47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연결선: 꺾임 73">
            <a:extLst>
              <a:ext uri="{FF2B5EF4-FFF2-40B4-BE49-F238E27FC236}">
                <a16:creationId xmlns:a16="http://schemas.microsoft.com/office/drawing/2014/main" id="{B1CCA3C2-55A8-D5CD-21FD-E1A7B71917EA}"/>
              </a:ext>
            </a:extLst>
          </p:cNvPr>
          <p:cNvCxnSpPr>
            <a:stCxn id="5" idx="3"/>
          </p:cNvCxnSpPr>
          <p:nvPr/>
        </p:nvCxnSpPr>
        <p:spPr>
          <a:xfrm flipH="1">
            <a:off x="876059" y="632376"/>
            <a:ext cx="7719499" cy="459036"/>
          </a:xfrm>
          <a:prstGeom prst="bentConnector3">
            <a:avLst>
              <a:gd name="adj1" fmla="val -296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4392C691-58DD-95E3-DB40-DAFE4756E728}"/>
              </a:ext>
            </a:extLst>
          </p:cNvPr>
          <p:cNvCxnSpPr>
            <a:endCxn id="22" idx="0"/>
          </p:cNvCxnSpPr>
          <p:nvPr/>
        </p:nvCxnSpPr>
        <p:spPr>
          <a:xfrm>
            <a:off x="876059" y="1091412"/>
            <a:ext cx="1589" cy="4308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0C4D837D-62AE-3AEC-61B7-38B44DB982B4}"/>
              </a:ext>
            </a:extLst>
          </p:cNvPr>
          <p:cNvCxnSpPr>
            <a:cxnSpLocks/>
            <a:stCxn id="49" idx="2"/>
          </p:cNvCxnSpPr>
          <p:nvPr/>
        </p:nvCxnSpPr>
        <p:spPr>
          <a:xfrm>
            <a:off x="883697" y="3017666"/>
            <a:ext cx="0" cy="12860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D6351175-F49F-4B39-1DA3-01D8D0F18432}"/>
              </a:ext>
            </a:extLst>
          </p:cNvPr>
          <p:cNvCxnSpPr>
            <a:cxnSpLocks/>
            <a:stCxn id="8" idx="3"/>
            <a:endCxn id="51" idx="1"/>
          </p:cNvCxnSpPr>
          <p:nvPr/>
        </p:nvCxnSpPr>
        <p:spPr>
          <a:xfrm>
            <a:off x="3762840" y="2099904"/>
            <a:ext cx="208670" cy="96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E24D1EC8-7CD0-4092-2EB4-E026E4AE6656}"/>
              </a:ext>
            </a:extLst>
          </p:cNvPr>
          <p:cNvCxnSpPr>
            <a:cxnSpLocks/>
            <a:stCxn id="53" idx="3"/>
            <a:endCxn id="52" idx="1"/>
          </p:cNvCxnSpPr>
          <p:nvPr/>
        </p:nvCxnSpPr>
        <p:spPr>
          <a:xfrm>
            <a:off x="5599837" y="1815937"/>
            <a:ext cx="268251" cy="32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5F1B155E-7267-EFCA-1653-054109F322E0}"/>
              </a:ext>
            </a:extLst>
          </p:cNvPr>
          <p:cNvCxnSpPr>
            <a:stCxn id="52" idx="3"/>
            <a:endCxn id="54" idx="1"/>
          </p:cNvCxnSpPr>
          <p:nvPr/>
        </p:nvCxnSpPr>
        <p:spPr>
          <a:xfrm>
            <a:off x="7693924" y="1848869"/>
            <a:ext cx="208670" cy="8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18CAAEFB-8B80-9151-584B-029BD4136600}"/>
              </a:ext>
            </a:extLst>
          </p:cNvPr>
          <p:cNvCxnSpPr>
            <a:stCxn id="54" idx="3"/>
          </p:cNvCxnSpPr>
          <p:nvPr/>
        </p:nvCxnSpPr>
        <p:spPr>
          <a:xfrm flipV="1">
            <a:off x="9300583" y="1848869"/>
            <a:ext cx="252992" cy="83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BFBC5B3F-252B-E98C-9974-13DF4C2072B5}"/>
              </a:ext>
            </a:extLst>
          </p:cNvPr>
          <p:cNvCxnSpPr/>
          <p:nvPr/>
        </p:nvCxnSpPr>
        <p:spPr>
          <a:xfrm>
            <a:off x="9553575" y="1848869"/>
            <a:ext cx="0" cy="2510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57871D98-E9B0-53D7-418D-4B7E972C92A0}"/>
              </a:ext>
            </a:extLst>
          </p:cNvPr>
          <p:cNvCxnSpPr/>
          <p:nvPr/>
        </p:nvCxnSpPr>
        <p:spPr>
          <a:xfrm flipH="1">
            <a:off x="4981575" y="2099904"/>
            <a:ext cx="457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9556E1CE-F097-1695-8639-B7244CD17DFE}"/>
              </a:ext>
            </a:extLst>
          </p:cNvPr>
          <p:cNvCxnSpPr>
            <a:cxnSpLocks/>
            <a:endCxn id="55" idx="0"/>
          </p:cNvCxnSpPr>
          <p:nvPr/>
        </p:nvCxnSpPr>
        <p:spPr>
          <a:xfrm flipH="1">
            <a:off x="4958854" y="2099904"/>
            <a:ext cx="22721" cy="1261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연결선: 꺾임 103">
            <a:extLst>
              <a:ext uri="{FF2B5EF4-FFF2-40B4-BE49-F238E27FC236}">
                <a16:creationId xmlns:a16="http://schemas.microsoft.com/office/drawing/2014/main" id="{C11A20A0-6CD3-0F1D-9A93-50E76A21E76F}"/>
              </a:ext>
            </a:extLst>
          </p:cNvPr>
          <p:cNvCxnSpPr>
            <a:stCxn id="52" idx="2"/>
          </p:cNvCxnSpPr>
          <p:nvPr/>
        </p:nvCxnSpPr>
        <p:spPr>
          <a:xfrm rot="5400000">
            <a:off x="5822796" y="1238478"/>
            <a:ext cx="135098" cy="178132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47674D42-0B7A-4A5B-C14E-FFAE109E4F34}"/>
              </a:ext>
            </a:extLst>
          </p:cNvPr>
          <p:cNvCxnSpPr>
            <a:cxnSpLocks/>
            <a:stCxn id="55" idx="3"/>
            <a:endCxn id="56" idx="1"/>
          </p:cNvCxnSpPr>
          <p:nvPr/>
        </p:nvCxnSpPr>
        <p:spPr>
          <a:xfrm flipV="1">
            <a:off x="5849516" y="2471804"/>
            <a:ext cx="215439" cy="478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연결선: 꺾임 109">
            <a:extLst>
              <a:ext uri="{FF2B5EF4-FFF2-40B4-BE49-F238E27FC236}">
                <a16:creationId xmlns:a16="http://schemas.microsoft.com/office/drawing/2014/main" id="{FA694E45-2139-91E6-F6B5-F94A87F57289}"/>
              </a:ext>
            </a:extLst>
          </p:cNvPr>
          <p:cNvCxnSpPr>
            <a:cxnSpLocks/>
            <a:stCxn id="51" idx="3"/>
          </p:cNvCxnSpPr>
          <p:nvPr/>
        </p:nvCxnSpPr>
        <p:spPr>
          <a:xfrm flipH="1">
            <a:off x="2576763" y="2196688"/>
            <a:ext cx="8480173" cy="881564"/>
          </a:xfrm>
          <a:prstGeom prst="bentConnector3">
            <a:avLst>
              <a:gd name="adj1" fmla="val -269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F5020314-5D69-1CA8-3503-6A3262028A75}"/>
              </a:ext>
            </a:extLst>
          </p:cNvPr>
          <p:cNvCxnSpPr>
            <a:endCxn id="57" idx="0"/>
          </p:cNvCxnSpPr>
          <p:nvPr/>
        </p:nvCxnSpPr>
        <p:spPr>
          <a:xfrm flipH="1">
            <a:off x="2576763" y="3086100"/>
            <a:ext cx="4512" cy="1900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1628A78D-9CD9-3ACB-5092-696EDF99A506}"/>
              </a:ext>
            </a:extLst>
          </p:cNvPr>
          <p:cNvCxnSpPr>
            <a:stCxn id="57" idx="3"/>
            <a:endCxn id="59" idx="1"/>
          </p:cNvCxnSpPr>
          <p:nvPr/>
        </p:nvCxnSpPr>
        <p:spPr>
          <a:xfrm>
            <a:off x="3295651" y="3518558"/>
            <a:ext cx="210539" cy="1587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6221B5D6-E68E-5E76-7DB5-842FB49D6C6E}"/>
              </a:ext>
            </a:extLst>
          </p:cNvPr>
          <p:cNvCxnSpPr>
            <a:stCxn id="59" idx="3"/>
            <a:endCxn id="61" idx="1"/>
          </p:cNvCxnSpPr>
          <p:nvPr/>
        </p:nvCxnSpPr>
        <p:spPr>
          <a:xfrm>
            <a:off x="5572021" y="3677268"/>
            <a:ext cx="210185" cy="73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53AF67BC-B2C8-E5C9-10D7-919F7FAA1374}"/>
              </a:ext>
            </a:extLst>
          </p:cNvPr>
          <p:cNvCxnSpPr>
            <a:cxnSpLocks/>
            <a:stCxn id="61" idx="3"/>
            <a:endCxn id="62" idx="1"/>
          </p:cNvCxnSpPr>
          <p:nvPr/>
        </p:nvCxnSpPr>
        <p:spPr>
          <a:xfrm flipV="1">
            <a:off x="7848037" y="3536423"/>
            <a:ext cx="266036" cy="1482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연결선: 꺾임 119">
            <a:extLst>
              <a:ext uri="{FF2B5EF4-FFF2-40B4-BE49-F238E27FC236}">
                <a16:creationId xmlns:a16="http://schemas.microsoft.com/office/drawing/2014/main" id="{F952D5E8-44FA-6957-FD20-273791526EAB}"/>
              </a:ext>
            </a:extLst>
          </p:cNvPr>
          <p:cNvCxnSpPr>
            <a:cxnSpLocks/>
            <a:stCxn id="62" idx="3"/>
          </p:cNvCxnSpPr>
          <p:nvPr/>
        </p:nvCxnSpPr>
        <p:spPr>
          <a:xfrm flipH="1">
            <a:off x="876059" y="3536423"/>
            <a:ext cx="10182466" cy="390657"/>
          </a:xfrm>
          <a:prstGeom prst="bentConnector3">
            <a:avLst>
              <a:gd name="adj1" fmla="val -224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31C24C1D-F3EB-FBA0-1DDF-225BC7243248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876059" y="4303746"/>
            <a:ext cx="8359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B7A36E70-AE55-5F83-93E4-C30086D87609}"/>
              </a:ext>
            </a:extLst>
          </p:cNvPr>
          <p:cNvCxnSpPr>
            <a:stCxn id="22" idx="2"/>
            <a:endCxn id="49" idx="0"/>
          </p:cNvCxnSpPr>
          <p:nvPr/>
        </p:nvCxnSpPr>
        <p:spPr>
          <a:xfrm>
            <a:off x="877648" y="2477849"/>
            <a:ext cx="6049" cy="1143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34DE44BD-5CC2-BB67-1F9B-BA4428463AA9}"/>
              </a:ext>
            </a:extLst>
          </p:cNvPr>
          <p:cNvCxnSpPr>
            <a:stCxn id="22" idx="3"/>
            <a:endCxn id="8" idx="1"/>
          </p:cNvCxnSpPr>
          <p:nvPr/>
        </p:nvCxnSpPr>
        <p:spPr>
          <a:xfrm>
            <a:off x="1688388" y="2000070"/>
            <a:ext cx="211469" cy="998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020B83CF-EE69-C34D-687E-2E0BCF811BF5}"/>
              </a:ext>
            </a:extLst>
          </p:cNvPr>
          <p:cNvSpPr txBox="1"/>
          <p:nvPr/>
        </p:nvSpPr>
        <p:spPr>
          <a:xfrm>
            <a:off x="386445" y="2335352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6A57363-14CD-405B-BA59-099FB7D3EB78}"/>
              </a:ext>
            </a:extLst>
          </p:cNvPr>
          <p:cNvSpPr txBox="1"/>
          <p:nvPr/>
        </p:nvSpPr>
        <p:spPr>
          <a:xfrm>
            <a:off x="1397062" y="1694648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DC2253B-0D27-8C97-A1FB-E962ABCD9C7C}"/>
              </a:ext>
            </a:extLst>
          </p:cNvPr>
          <p:cNvSpPr txBox="1"/>
          <p:nvPr/>
        </p:nvSpPr>
        <p:spPr>
          <a:xfrm>
            <a:off x="7413144" y="1554376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43243FAD-35E1-5FF0-FFF2-228310ECD9FC}"/>
              </a:ext>
            </a:extLst>
          </p:cNvPr>
          <p:cNvSpPr txBox="1"/>
          <p:nvPr/>
        </p:nvSpPr>
        <p:spPr>
          <a:xfrm>
            <a:off x="6221430" y="1921573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C773577C-A966-B776-7B7B-5883471CF0EB}"/>
              </a:ext>
            </a:extLst>
          </p:cNvPr>
          <p:cNvSpPr/>
          <p:nvPr/>
        </p:nvSpPr>
        <p:spPr>
          <a:xfrm>
            <a:off x="1912605" y="190153"/>
            <a:ext cx="1494872" cy="8127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get num_rows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num_cols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num_terms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from matrix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순서도: 판단 19">
            <a:extLst>
              <a:ext uri="{FF2B5EF4-FFF2-40B4-BE49-F238E27FC236}">
                <a16:creationId xmlns:a16="http://schemas.microsoft.com/office/drawing/2014/main" id="{F18DE2C8-1AB8-F5EE-56A9-A9BCC68F5603}"/>
              </a:ext>
            </a:extLst>
          </p:cNvPr>
          <p:cNvSpPr/>
          <p:nvPr/>
        </p:nvSpPr>
        <p:spPr>
          <a:xfrm>
            <a:off x="7760463" y="2194897"/>
            <a:ext cx="1825836" cy="618438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 down node is </a:t>
            </a:r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headnode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1" name="순서도: 처리 20">
            <a:extLst>
              <a:ext uri="{FF2B5EF4-FFF2-40B4-BE49-F238E27FC236}">
                <a16:creationId xmlns:a16="http://schemas.microsoft.com/office/drawing/2014/main" id="{870C1596-D42A-83B8-28B9-9CB0B84AC3EB}"/>
              </a:ext>
            </a:extLst>
          </p:cNvPr>
          <p:cNvSpPr/>
          <p:nvPr/>
        </p:nvSpPr>
        <p:spPr>
          <a:xfrm>
            <a:off x="9526163" y="2134371"/>
            <a:ext cx="1397989" cy="30777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move to next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headnode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3" name="순서도: 처리 22">
            <a:extLst>
              <a:ext uri="{FF2B5EF4-FFF2-40B4-BE49-F238E27FC236}">
                <a16:creationId xmlns:a16="http://schemas.microsoft.com/office/drawing/2014/main" id="{6AA5AC81-ADE6-BC93-0515-558F2F94440A}"/>
              </a:ext>
            </a:extLst>
          </p:cNvPr>
          <p:cNvSpPr/>
          <p:nvPr/>
        </p:nvSpPr>
        <p:spPr>
          <a:xfrm>
            <a:off x="9526163" y="2550843"/>
            <a:ext cx="1397989" cy="30777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move to next column node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CCA82059-6BFA-31CF-196C-D53EA73EFAD5}"/>
              </a:ext>
            </a:extLst>
          </p:cNvPr>
          <p:cNvCxnSpPr>
            <a:endCxn id="21" idx="1"/>
          </p:cNvCxnSpPr>
          <p:nvPr/>
        </p:nvCxnSpPr>
        <p:spPr>
          <a:xfrm flipV="1">
            <a:off x="9077325" y="2288260"/>
            <a:ext cx="448838" cy="470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21133926-B9CE-C48D-B0AD-509041F8C784}"/>
              </a:ext>
            </a:extLst>
          </p:cNvPr>
          <p:cNvCxnSpPr>
            <a:endCxn id="23" idx="1"/>
          </p:cNvCxnSpPr>
          <p:nvPr/>
        </p:nvCxnSpPr>
        <p:spPr>
          <a:xfrm>
            <a:off x="9153525" y="2637470"/>
            <a:ext cx="372638" cy="672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FCB7329-F841-EC62-A589-AFB58EDF4A6D}"/>
              </a:ext>
            </a:extLst>
          </p:cNvPr>
          <p:cNvSpPr txBox="1"/>
          <p:nvPr/>
        </p:nvSpPr>
        <p:spPr>
          <a:xfrm>
            <a:off x="8969476" y="2078144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FC214B1-2293-DE20-E968-2AF80A6BA423}"/>
              </a:ext>
            </a:extLst>
          </p:cNvPr>
          <p:cNvSpPr txBox="1"/>
          <p:nvPr/>
        </p:nvSpPr>
        <p:spPr>
          <a:xfrm>
            <a:off x="8907922" y="2627105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AC524753-567A-DA03-00D9-6336907811E1}"/>
              </a:ext>
            </a:extLst>
          </p:cNvPr>
          <p:cNvCxnSpPr>
            <a:stCxn id="56" idx="3"/>
            <a:endCxn id="20" idx="1"/>
          </p:cNvCxnSpPr>
          <p:nvPr/>
        </p:nvCxnSpPr>
        <p:spPr>
          <a:xfrm>
            <a:off x="7693925" y="2471804"/>
            <a:ext cx="66538" cy="32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6056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17C224CD-E798-4CE7-9891-6BAC15C1189B}"/>
              </a:ext>
            </a:extLst>
          </p:cNvPr>
          <p:cNvSpPr/>
          <p:nvPr/>
        </p:nvSpPr>
        <p:spPr>
          <a:xfrm>
            <a:off x="188535" y="1022028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EF8FB84-EB32-5699-2FAF-64B74271FB62}"/>
              </a:ext>
            </a:extLst>
          </p:cNvPr>
          <p:cNvCxnSpPr>
            <a:cxnSpLocks/>
          </p:cNvCxnSpPr>
          <p:nvPr/>
        </p:nvCxnSpPr>
        <p:spPr>
          <a:xfrm flipV="1">
            <a:off x="11399182" y="3774119"/>
            <a:ext cx="537633" cy="2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AED048B-BE55-8B79-9DFF-2D6770B185CE}"/>
              </a:ext>
            </a:extLst>
          </p:cNvPr>
          <p:cNvSpPr txBox="1"/>
          <p:nvPr/>
        </p:nvSpPr>
        <p:spPr>
          <a:xfrm>
            <a:off x="2472249" y="2476465"/>
            <a:ext cx="4237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void</a:t>
            </a:r>
            <a:r>
              <a:rPr lang="fr-FR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fr-FR" altLang="ko-KR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mwrite</a:t>
            </a:r>
            <a:r>
              <a:rPr lang="fr-FR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fr-FR" altLang="ko-KR" b="0" dirty="0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matrix_pointer</a:t>
            </a:r>
            <a:r>
              <a:rPr lang="fr-FR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fr-FR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node</a:t>
            </a:r>
            <a:r>
              <a:rPr lang="fr-FR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660BCE-C808-CE60-DE7B-625DE13E8FF6}"/>
              </a:ext>
            </a:extLst>
          </p:cNvPr>
          <p:cNvSpPr txBox="1"/>
          <p:nvPr/>
        </p:nvSpPr>
        <p:spPr>
          <a:xfrm>
            <a:off x="1669827" y="606982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8F2C86-40F0-2E48-1A24-2A61DEB843A1}"/>
              </a:ext>
            </a:extLst>
          </p:cNvPr>
          <p:cNvSpPr txBox="1"/>
          <p:nvPr/>
        </p:nvSpPr>
        <p:spPr>
          <a:xfrm>
            <a:off x="772409" y="5577382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9AF6B0C4-A0D5-079B-068F-51241CBF9D21}"/>
              </a:ext>
            </a:extLst>
          </p:cNvPr>
          <p:cNvSpPr/>
          <p:nvPr/>
        </p:nvSpPr>
        <p:spPr>
          <a:xfrm>
            <a:off x="3410415" y="304801"/>
            <a:ext cx="4744925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rows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E96DC4C2-C896-C313-8373-D0C0F38DAF93}"/>
              </a:ext>
            </a:extLst>
          </p:cNvPr>
          <p:cNvSpPr/>
          <p:nvPr/>
        </p:nvSpPr>
        <p:spPr>
          <a:xfrm>
            <a:off x="3410416" y="671720"/>
            <a:ext cx="4744926" cy="157392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8" name="순서도: 판단 17">
            <a:extLst>
              <a:ext uri="{FF2B5EF4-FFF2-40B4-BE49-F238E27FC236}">
                <a16:creationId xmlns:a16="http://schemas.microsoft.com/office/drawing/2014/main" id="{9E430119-213D-AB9F-5B04-C4EE7115D76A}"/>
              </a:ext>
            </a:extLst>
          </p:cNvPr>
          <p:cNvSpPr/>
          <p:nvPr/>
        </p:nvSpPr>
        <p:spPr>
          <a:xfrm>
            <a:off x="9583547" y="3575978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 operand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50E29BE4-30C3-07C6-225A-EFAA22512C90}"/>
              </a:ext>
            </a:extLst>
          </p:cNvPr>
          <p:cNvSpPr/>
          <p:nvPr/>
        </p:nvSpPr>
        <p:spPr>
          <a:xfrm>
            <a:off x="11221856" y="3583535"/>
            <a:ext cx="1529730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operand and save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81A34B3F-B71C-995A-FDA1-E683A9C33CCD}"/>
              </a:ext>
            </a:extLst>
          </p:cNvPr>
          <p:cNvSpPr/>
          <p:nvPr/>
        </p:nvSpPr>
        <p:spPr>
          <a:xfrm>
            <a:off x="9583547" y="4235757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rparen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88229865-9D5C-7819-17DD-998382C56B9D}"/>
              </a:ext>
            </a:extLst>
          </p:cNvPr>
          <p:cNvSpPr/>
          <p:nvPr/>
        </p:nvSpPr>
        <p:spPr>
          <a:xfrm>
            <a:off x="11221856" y="4148149"/>
            <a:ext cx="1529730" cy="27105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stack’s top data isn’t </a:t>
            </a:r>
            <a:r>
              <a:rPr lang="en-US" altLang="ko-KR" sz="10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lapren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02F9C0F9-C507-7237-E61C-E577BEB96518}"/>
              </a:ext>
            </a:extLst>
          </p:cNvPr>
          <p:cNvSpPr/>
          <p:nvPr/>
        </p:nvSpPr>
        <p:spPr>
          <a:xfrm>
            <a:off x="11221856" y="4419201"/>
            <a:ext cx="1529730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" name="순서도: 처리 12">
            <a:extLst>
              <a:ext uri="{FF2B5EF4-FFF2-40B4-BE49-F238E27FC236}">
                <a16:creationId xmlns:a16="http://schemas.microsoft.com/office/drawing/2014/main" id="{40DC9902-F43E-2F33-E90B-590C316F87D6}"/>
              </a:ext>
            </a:extLst>
          </p:cNvPr>
          <p:cNvSpPr/>
          <p:nvPr/>
        </p:nvSpPr>
        <p:spPr>
          <a:xfrm>
            <a:off x="12990421" y="4235757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pop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516B2486-258F-8BBE-F58F-E20F1C20D385}"/>
              </a:ext>
            </a:extLst>
          </p:cNvPr>
          <p:cNvSpPr/>
          <p:nvPr/>
        </p:nvSpPr>
        <p:spPr>
          <a:xfrm>
            <a:off x="9869452" y="5044190"/>
            <a:ext cx="2882134" cy="53319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top stack’s data’s precedence is ge than incoming token’s precedence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9" name="순서도: 처리 18">
            <a:extLst>
              <a:ext uri="{FF2B5EF4-FFF2-40B4-BE49-F238E27FC236}">
                <a16:creationId xmlns:a16="http://schemas.microsoft.com/office/drawing/2014/main" id="{AC6B4265-1602-856A-1D6D-886CA62F8F96}"/>
              </a:ext>
            </a:extLst>
          </p:cNvPr>
          <p:cNvSpPr/>
          <p:nvPr/>
        </p:nvSpPr>
        <p:spPr>
          <a:xfrm>
            <a:off x="9869452" y="5557244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순서도: 처리 19">
            <a:extLst>
              <a:ext uri="{FF2B5EF4-FFF2-40B4-BE49-F238E27FC236}">
                <a16:creationId xmlns:a16="http://schemas.microsoft.com/office/drawing/2014/main" id="{06F55CD9-6639-35F7-E106-5B856EE4D2A4}"/>
              </a:ext>
            </a:extLst>
          </p:cNvPr>
          <p:cNvSpPr/>
          <p:nvPr/>
        </p:nvSpPr>
        <p:spPr>
          <a:xfrm>
            <a:off x="12990420" y="5449881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token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2" name="순서도: 처리 21">
            <a:extLst>
              <a:ext uri="{FF2B5EF4-FFF2-40B4-BE49-F238E27FC236}">
                <a16:creationId xmlns:a16="http://schemas.microsoft.com/office/drawing/2014/main" id="{1A40CEA9-EF81-18B3-37DD-4731D33950E1}"/>
              </a:ext>
            </a:extLst>
          </p:cNvPr>
          <p:cNvSpPr/>
          <p:nvPr/>
        </p:nvSpPr>
        <p:spPr>
          <a:xfrm>
            <a:off x="3149713" y="5543753"/>
            <a:ext cx="2885989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while popped data != eos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23" name="순서도: 처리 22">
            <a:extLst>
              <a:ext uri="{FF2B5EF4-FFF2-40B4-BE49-F238E27FC236}">
                <a16:creationId xmlns:a16="http://schemas.microsoft.com/office/drawing/2014/main" id="{81B42708-3941-F65E-A746-9B4A762D72E2}"/>
              </a:ext>
            </a:extLst>
          </p:cNvPr>
          <p:cNvSpPr/>
          <p:nvPr/>
        </p:nvSpPr>
        <p:spPr>
          <a:xfrm>
            <a:off x="3149711" y="5994555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4" name="순서도: 종속 처리 23">
            <a:extLst>
              <a:ext uri="{FF2B5EF4-FFF2-40B4-BE49-F238E27FC236}">
                <a16:creationId xmlns:a16="http://schemas.microsoft.com/office/drawing/2014/main" id="{304C0047-B243-FD7F-A6BB-AB51931915FD}"/>
              </a:ext>
            </a:extLst>
          </p:cNvPr>
          <p:cNvSpPr/>
          <p:nvPr/>
        </p:nvSpPr>
        <p:spPr>
          <a:xfrm>
            <a:off x="6219825" y="5553560"/>
            <a:ext cx="2132509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eval(postexpr)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57ED43-8F4E-0150-98DA-4236FA971FAD}"/>
              </a:ext>
            </a:extLst>
          </p:cNvPr>
          <p:cNvSpPr txBox="1"/>
          <p:nvPr/>
        </p:nvSpPr>
        <p:spPr>
          <a:xfrm>
            <a:off x="9719989" y="3934615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FFA589-E2CD-773E-CC6B-02D219F29D6B}"/>
              </a:ext>
            </a:extLst>
          </p:cNvPr>
          <p:cNvSpPr txBox="1"/>
          <p:nvPr/>
        </p:nvSpPr>
        <p:spPr>
          <a:xfrm>
            <a:off x="9719989" y="4632039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A9A6F7-EB5C-77AB-E0D2-9272F8D6F81B}"/>
              </a:ext>
            </a:extLst>
          </p:cNvPr>
          <p:cNvSpPr txBox="1"/>
          <p:nvPr/>
        </p:nvSpPr>
        <p:spPr>
          <a:xfrm>
            <a:off x="10736536" y="345566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868ED5-0D21-9A6D-E639-8ADF1436EBBE}"/>
              </a:ext>
            </a:extLst>
          </p:cNvPr>
          <p:cNvSpPr txBox="1"/>
          <p:nvPr/>
        </p:nvSpPr>
        <p:spPr>
          <a:xfrm>
            <a:off x="10728767" y="4111481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7B0F20C-E259-248A-BE5E-3856E175BB53}"/>
              </a:ext>
            </a:extLst>
          </p:cNvPr>
          <p:cNvCxnSpPr>
            <a:stCxn id="27" idx="2"/>
          </p:cNvCxnSpPr>
          <p:nvPr/>
        </p:nvCxnSpPr>
        <p:spPr>
          <a:xfrm>
            <a:off x="10985162" y="3763442"/>
            <a:ext cx="2366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B70CAE17-951D-8F96-B30E-03292D358BEB}"/>
              </a:ext>
            </a:extLst>
          </p:cNvPr>
          <p:cNvCxnSpPr>
            <a:stCxn id="18" idx="2"/>
            <a:endCxn id="8" idx="0"/>
          </p:cNvCxnSpPr>
          <p:nvPr/>
        </p:nvCxnSpPr>
        <p:spPr>
          <a:xfrm>
            <a:off x="10302877" y="3972260"/>
            <a:ext cx="0" cy="2634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34FE010-8B5D-DF61-C2EB-ACC77CA9240B}"/>
              </a:ext>
            </a:extLst>
          </p:cNvPr>
          <p:cNvCxnSpPr>
            <a:stCxn id="8" idx="3"/>
          </p:cNvCxnSpPr>
          <p:nvPr/>
        </p:nvCxnSpPr>
        <p:spPr>
          <a:xfrm>
            <a:off x="11022206" y="4433898"/>
            <a:ext cx="1996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8FF1292-1B87-B6F4-AD35-1A48037DF6DE}"/>
              </a:ext>
            </a:extLst>
          </p:cNvPr>
          <p:cNvCxnSpPr>
            <a:stCxn id="8" idx="2"/>
          </p:cNvCxnSpPr>
          <p:nvPr/>
        </p:nvCxnSpPr>
        <p:spPr>
          <a:xfrm flipH="1">
            <a:off x="10302876" y="4632039"/>
            <a:ext cx="1" cy="412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1D0BEBE7-6F04-86AD-2A0A-362BD03818B4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12751586" y="4466577"/>
            <a:ext cx="238835" cy="183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07B9536A-5EEB-C217-9433-DB697372A691}"/>
              </a:ext>
            </a:extLst>
          </p:cNvPr>
          <p:cNvCxnSpPr>
            <a:endCxn id="20" idx="1"/>
          </p:cNvCxnSpPr>
          <p:nvPr/>
        </p:nvCxnSpPr>
        <p:spPr>
          <a:xfrm flipV="1">
            <a:off x="12751586" y="5680701"/>
            <a:ext cx="238834" cy="226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A8CE5CA-7375-BBA6-1275-8281C00501B6}"/>
              </a:ext>
            </a:extLst>
          </p:cNvPr>
          <p:cNvCxnSpPr>
            <a:stCxn id="22" idx="3"/>
            <a:endCxn id="24" idx="1"/>
          </p:cNvCxnSpPr>
          <p:nvPr/>
        </p:nvCxnSpPr>
        <p:spPr>
          <a:xfrm>
            <a:off x="6035702" y="5774572"/>
            <a:ext cx="184123" cy="10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순서도: 처리 6">
            <a:extLst>
              <a:ext uri="{FF2B5EF4-FFF2-40B4-BE49-F238E27FC236}">
                <a16:creationId xmlns:a16="http://schemas.microsoft.com/office/drawing/2014/main" id="{C228AE12-BAEF-27B8-6319-DEA1B7313774}"/>
              </a:ext>
            </a:extLst>
          </p:cNvPr>
          <p:cNvSpPr/>
          <p:nvPr/>
        </p:nvSpPr>
        <p:spPr>
          <a:xfrm>
            <a:off x="3630062" y="774370"/>
            <a:ext cx="4370938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for(temp = head-&gt;right; temp != head; temp-&gt;temp-&gt;right)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870B4286-2393-7BC0-7682-BFF85BF6F8EA}"/>
              </a:ext>
            </a:extLst>
          </p:cNvPr>
          <p:cNvSpPr/>
          <p:nvPr/>
        </p:nvSpPr>
        <p:spPr>
          <a:xfrm>
            <a:off x="1230561" y="1076880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fopen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E206C52F-1261-CDA3-17A7-027DA28CE753}"/>
              </a:ext>
            </a:extLst>
          </p:cNvPr>
          <p:cNvSpPr/>
          <p:nvPr/>
        </p:nvSpPr>
        <p:spPr>
          <a:xfrm>
            <a:off x="1960060" y="793428"/>
            <a:ext cx="1343385" cy="91250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colnums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termnums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9" name="순서도: 처리 28">
            <a:extLst>
              <a:ext uri="{FF2B5EF4-FFF2-40B4-BE49-F238E27FC236}">
                <a16:creationId xmlns:a16="http://schemas.microsoft.com/office/drawing/2014/main" id="{39C9B09F-DF8C-DCB1-CA1E-321235A933BC}"/>
              </a:ext>
            </a:extLst>
          </p:cNvPr>
          <p:cNvSpPr/>
          <p:nvPr/>
        </p:nvSpPr>
        <p:spPr>
          <a:xfrm>
            <a:off x="3630062" y="1141289"/>
            <a:ext cx="4370938" cy="5922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1" name="순서도: 처리 30">
            <a:extLst>
              <a:ext uri="{FF2B5EF4-FFF2-40B4-BE49-F238E27FC236}">
                <a16:creationId xmlns:a16="http://schemas.microsoft.com/office/drawing/2014/main" id="{728A0407-9080-628C-106B-643CC8533BA3}"/>
              </a:ext>
            </a:extLst>
          </p:cNvPr>
          <p:cNvSpPr/>
          <p:nvPr/>
        </p:nvSpPr>
        <p:spPr>
          <a:xfrm>
            <a:off x="4126319" y="1224888"/>
            <a:ext cx="3378423" cy="43246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row col value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from temp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3" name="순서도: 처리 32">
            <a:extLst>
              <a:ext uri="{FF2B5EF4-FFF2-40B4-BE49-F238E27FC236}">
                <a16:creationId xmlns:a16="http://schemas.microsoft.com/office/drawing/2014/main" id="{A12FEF96-8B07-6989-E49F-E075E8E62408}"/>
              </a:ext>
            </a:extLst>
          </p:cNvPr>
          <p:cNvSpPr/>
          <p:nvPr/>
        </p:nvSpPr>
        <p:spPr>
          <a:xfrm>
            <a:off x="4126319" y="1805812"/>
            <a:ext cx="3378423" cy="30147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 = head-&gt;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u.next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5" name="순서도: 처리 34">
            <a:extLst>
              <a:ext uri="{FF2B5EF4-FFF2-40B4-BE49-F238E27FC236}">
                <a16:creationId xmlns:a16="http://schemas.microsoft.com/office/drawing/2014/main" id="{DB233AE7-6339-D610-94CF-814E94FFBAFE}"/>
              </a:ext>
            </a:extLst>
          </p:cNvPr>
          <p:cNvSpPr/>
          <p:nvPr/>
        </p:nvSpPr>
        <p:spPr>
          <a:xfrm>
            <a:off x="8497257" y="1059607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F04944C6-7750-43EB-9DE8-4955971EB213}"/>
              </a:ext>
            </a:extLst>
          </p:cNvPr>
          <p:cNvCxnSpPr>
            <a:stCxn id="4" idx="3"/>
            <a:endCxn id="15" idx="1"/>
          </p:cNvCxnSpPr>
          <p:nvPr/>
        </p:nvCxnSpPr>
        <p:spPr>
          <a:xfrm>
            <a:off x="1136802" y="1242161"/>
            <a:ext cx="937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9FABD8D4-7C25-1CC7-89D6-17399192197B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>
            <a:off x="1894875" y="1242161"/>
            <a:ext cx="65185" cy="7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807335D8-9413-9AA4-9E90-3386BA8CC2F6}"/>
              </a:ext>
            </a:extLst>
          </p:cNvPr>
          <p:cNvCxnSpPr>
            <a:endCxn id="35" idx="1"/>
          </p:cNvCxnSpPr>
          <p:nvPr/>
        </p:nvCxnSpPr>
        <p:spPr>
          <a:xfrm>
            <a:off x="8155340" y="1224888"/>
            <a:ext cx="3419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E3FDCE0-3E59-535E-CF6B-3DC0E9CBCDB9}"/>
              </a:ext>
            </a:extLst>
          </p:cNvPr>
          <p:cNvCxnSpPr>
            <a:stCxn id="17" idx="3"/>
          </p:cNvCxnSpPr>
          <p:nvPr/>
        </p:nvCxnSpPr>
        <p:spPr>
          <a:xfrm>
            <a:off x="3303445" y="1249681"/>
            <a:ext cx="1069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5472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447781-C19B-B6C8-35CB-597747B77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2927" y="2327091"/>
            <a:ext cx="10515600" cy="1325563"/>
          </a:xfrm>
        </p:spPr>
        <p:txBody>
          <a:bodyPr>
            <a:noAutofit/>
          </a:bodyPr>
          <a:lstStyle/>
          <a:p>
            <a:r>
              <a:rPr lang="en-US" altLang="ko-KR" sz="40000" dirty="0"/>
              <a:t>2</a:t>
            </a:r>
            <a:endParaRPr lang="ko-KR" altLang="en-US" sz="40000" dirty="0"/>
          </a:p>
        </p:txBody>
      </p:sp>
    </p:spTree>
    <p:extLst>
      <p:ext uri="{BB962C8B-B14F-4D97-AF65-F5344CB8AC3E}">
        <p14:creationId xmlns:p14="http://schemas.microsoft.com/office/powerpoint/2010/main" val="845369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66DF5416-EC87-D201-311D-B9E9DF117416}"/>
              </a:ext>
            </a:extLst>
          </p:cNvPr>
          <p:cNvSpPr/>
          <p:nvPr/>
        </p:nvSpPr>
        <p:spPr>
          <a:xfrm>
            <a:off x="6593277" y="1990723"/>
            <a:ext cx="1530275" cy="143827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entry_node{</a:t>
            </a:r>
            <a:b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</a:b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int row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int col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int value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처리 7">
            <a:extLst>
              <a:ext uri="{FF2B5EF4-FFF2-40B4-BE49-F238E27FC236}">
                <a16:creationId xmlns:a16="http://schemas.microsoft.com/office/drawing/2014/main" id="{846070D1-3B03-4934-4C4A-213AF68B76E1}"/>
              </a:ext>
            </a:extLst>
          </p:cNvPr>
          <p:cNvSpPr/>
          <p:nvPr/>
        </p:nvSpPr>
        <p:spPr>
          <a:xfrm>
            <a:off x="227504" y="945371"/>
            <a:ext cx="2882995" cy="17597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poly_node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{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poly_pointer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link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int num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int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coef</a:t>
            </a:r>
            <a:endParaRPr lang="en-US" altLang="ko-KR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int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expon</a:t>
            </a:r>
            <a:endParaRPr lang="en-US" altLang="ko-KR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DA56DF7F-D8A4-110C-11F6-632F7A9F305A}"/>
              </a:ext>
            </a:extLst>
          </p:cNvPr>
          <p:cNvSpPr/>
          <p:nvPr/>
        </p:nvSpPr>
        <p:spPr>
          <a:xfrm>
            <a:off x="4886400" y="3681952"/>
            <a:ext cx="4786237" cy="136524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int COMPARE(int a, int b){</a:t>
            </a:r>
            <a:b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</a:b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if a&lt;b return -1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else if a==b return 0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else if a&gt;b return 1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DD3CC3B2-1753-A3ED-9964-641A20CBD36C}"/>
              </a:ext>
            </a:extLst>
          </p:cNvPr>
          <p:cNvSpPr/>
          <p:nvPr/>
        </p:nvSpPr>
        <p:spPr>
          <a:xfrm>
            <a:off x="7298135" y="1118594"/>
            <a:ext cx="3845203" cy="74138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matrix_pointer hdnode [MAX_SIZE]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matrix_pointer hdnode_t [MAX_SIZE]</a:t>
            </a:r>
          </a:p>
        </p:txBody>
      </p: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AA12257F-C715-26BC-7CF2-8E6B6EC589FD}"/>
              </a:ext>
            </a:extLst>
          </p:cNvPr>
          <p:cNvSpPr/>
          <p:nvPr/>
        </p:nvSpPr>
        <p:spPr>
          <a:xfrm>
            <a:off x="227505" y="5409147"/>
            <a:ext cx="3430096" cy="136524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int spop(stack* s) 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if stack is not empty{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top--; pop data;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}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F49A4465-11B4-DBC3-21C7-C2D68B1CB7D2}"/>
              </a:ext>
            </a:extLst>
          </p:cNvPr>
          <p:cNvSpPr/>
          <p:nvPr/>
        </p:nvSpPr>
        <p:spPr>
          <a:xfrm>
            <a:off x="4038167" y="5403858"/>
            <a:ext cx="4039034" cy="136524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precedence push(pstack* s)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if pstack is not empty{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top--; pop data;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}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" name="순서도: 처리 3">
            <a:extLst>
              <a:ext uri="{FF2B5EF4-FFF2-40B4-BE49-F238E27FC236}">
                <a16:creationId xmlns:a16="http://schemas.microsoft.com/office/drawing/2014/main" id="{19CABBEC-189C-7998-39CC-C55451C64CC9}"/>
              </a:ext>
            </a:extLst>
          </p:cNvPr>
          <p:cNvSpPr/>
          <p:nvPr/>
        </p:nvSpPr>
        <p:spPr>
          <a:xfrm>
            <a:off x="227504" y="230939"/>
            <a:ext cx="2882995" cy="54845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poly_node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*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poly_pointer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;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28533810-3F9A-2BC0-33C9-F80EDF4AF5DD}"/>
              </a:ext>
            </a:extLst>
          </p:cNvPr>
          <p:cNvSpPr/>
          <p:nvPr/>
        </p:nvSpPr>
        <p:spPr>
          <a:xfrm>
            <a:off x="8216489" y="268692"/>
            <a:ext cx="1954923" cy="51070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MAX_SIZE = 50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3921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D9DCAAA0-38AA-9F5A-CF04-C15E789C9630}"/>
              </a:ext>
            </a:extLst>
          </p:cNvPr>
          <p:cNvSpPr/>
          <p:nvPr/>
        </p:nvSpPr>
        <p:spPr>
          <a:xfrm>
            <a:off x="297911" y="286862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순서도: 데이터 4">
            <a:extLst>
              <a:ext uri="{FF2B5EF4-FFF2-40B4-BE49-F238E27FC236}">
                <a16:creationId xmlns:a16="http://schemas.microsoft.com/office/drawing/2014/main" id="{EFB56158-E30E-259B-94ED-BF57788C4383}"/>
              </a:ext>
            </a:extLst>
          </p:cNvPr>
          <p:cNvSpPr/>
          <p:nvPr/>
        </p:nvSpPr>
        <p:spPr>
          <a:xfrm>
            <a:off x="4711701" y="3915955"/>
            <a:ext cx="2349500" cy="651933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scan expression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6" name="순서도: 종속 처리 5">
            <a:extLst>
              <a:ext uri="{FF2B5EF4-FFF2-40B4-BE49-F238E27FC236}">
                <a16:creationId xmlns:a16="http://schemas.microsoft.com/office/drawing/2014/main" id="{4812518A-7A00-0665-08ED-2E28F605FF30}"/>
              </a:ext>
            </a:extLst>
          </p:cNvPr>
          <p:cNvSpPr/>
          <p:nvPr/>
        </p:nvSpPr>
        <p:spPr>
          <a:xfrm>
            <a:off x="7201990" y="2105497"/>
            <a:ext cx="2709271" cy="488683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*hdnode = mread();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" name="순서도: 수행의 시작/종료 6">
            <a:extLst>
              <a:ext uri="{FF2B5EF4-FFF2-40B4-BE49-F238E27FC236}">
                <a16:creationId xmlns:a16="http://schemas.microsoft.com/office/drawing/2014/main" id="{51C1B845-7B9F-55C1-DCE6-A55D5679001A}"/>
              </a:ext>
            </a:extLst>
          </p:cNvPr>
          <p:cNvSpPr/>
          <p:nvPr/>
        </p:nvSpPr>
        <p:spPr>
          <a:xfrm>
            <a:off x="8137524" y="4169974"/>
            <a:ext cx="838200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end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E74135-31DE-93A0-B4F6-127F6DC37A72}"/>
              </a:ext>
            </a:extLst>
          </p:cNvPr>
          <p:cNvSpPr txBox="1"/>
          <p:nvPr/>
        </p:nvSpPr>
        <p:spPr>
          <a:xfrm>
            <a:off x="959760" y="2123367"/>
            <a:ext cx="3350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COMPARE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a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b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FDD4BAFE-72EA-FB5D-EC49-33166A6E720D}"/>
              </a:ext>
            </a:extLst>
          </p:cNvPr>
          <p:cNvSpPr/>
          <p:nvPr/>
        </p:nvSpPr>
        <p:spPr>
          <a:xfrm>
            <a:off x="9922650" y="4231216"/>
            <a:ext cx="1480570" cy="135255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fopen(“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2" name="순서도: 종속 처리 11">
            <a:extLst>
              <a:ext uri="{FF2B5EF4-FFF2-40B4-BE49-F238E27FC236}">
                <a16:creationId xmlns:a16="http://schemas.microsoft.com/office/drawing/2014/main" id="{37E6048D-90D1-02D3-1F80-81F4ED0B3947}"/>
              </a:ext>
            </a:extLst>
          </p:cNvPr>
          <p:cNvSpPr/>
          <p:nvPr/>
        </p:nvSpPr>
        <p:spPr>
          <a:xfrm>
            <a:off x="6978680" y="2793656"/>
            <a:ext cx="3155888" cy="488683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*hdnode_t = mtranspose(*hdnode);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5" name="순서도: 종속 처리 14">
            <a:extLst>
              <a:ext uri="{FF2B5EF4-FFF2-40B4-BE49-F238E27FC236}">
                <a16:creationId xmlns:a16="http://schemas.microsoft.com/office/drawing/2014/main" id="{5FC326E2-9C21-5A16-3F70-F726951A214B}"/>
              </a:ext>
            </a:extLst>
          </p:cNvPr>
          <p:cNvSpPr/>
          <p:nvPr/>
        </p:nvSpPr>
        <p:spPr>
          <a:xfrm>
            <a:off x="7201990" y="3481815"/>
            <a:ext cx="2709271" cy="488683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mwrite(*hdnode_t)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63EFC35-6063-8886-8F30-507C155AD715}"/>
              </a:ext>
            </a:extLst>
          </p:cNvPr>
          <p:cNvCxnSpPr>
            <a:stCxn id="6" idx="2"/>
            <a:endCxn id="12" idx="0"/>
          </p:cNvCxnSpPr>
          <p:nvPr/>
        </p:nvCxnSpPr>
        <p:spPr>
          <a:xfrm flipH="1">
            <a:off x="8556624" y="2594180"/>
            <a:ext cx="2" cy="199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9DFBC0D1-5BC2-E10A-CB82-970416CFBF88}"/>
              </a:ext>
            </a:extLst>
          </p:cNvPr>
          <p:cNvCxnSpPr>
            <a:stCxn id="12" idx="2"/>
            <a:endCxn id="15" idx="0"/>
          </p:cNvCxnSpPr>
          <p:nvPr/>
        </p:nvCxnSpPr>
        <p:spPr>
          <a:xfrm>
            <a:off x="8556624" y="3282339"/>
            <a:ext cx="2" cy="199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FDD11604-CCE1-A970-BC7E-9F3F53EC36F2}"/>
              </a:ext>
            </a:extLst>
          </p:cNvPr>
          <p:cNvCxnSpPr>
            <a:stCxn id="15" idx="2"/>
            <a:endCxn id="7" idx="0"/>
          </p:cNvCxnSpPr>
          <p:nvPr/>
        </p:nvCxnSpPr>
        <p:spPr>
          <a:xfrm flipH="1">
            <a:off x="8556624" y="3970498"/>
            <a:ext cx="2" cy="199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순서도: 판단 2">
            <a:extLst>
              <a:ext uri="{FF2B5EF4-FFF2-40B4-BE49-F238E27FC236}">
                <a16:creationId xmlns:a16="http://schemas.microsoft.com/office/drawing/2014/main" id="{AF666658-9300-347D-AE5D-3DEE7BC6C0D5}"/>
              </a:ext>
            </a:extLst>
          </p:cNvPr>
          <p:cNvSpPr/>
          <p:nvPr/>
        </p:nvSpPr>
        <p:spPr>
          <a:xfrm>
            <a:off x="1579553" y="266549"/>
            <a:ext cx="1773245" cy="488683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 a &lt; b</a:t>
            </a:r>
            <a:endParaRPr lang="ko-KR" altLang="en-US" sz="16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22D0F69F-202B-B213-10A5-09A8641306B0}"/>
              </a:ext>
            </a:extLst>
          </p:cNvPr>
          <p:cNvSpPr/>
          <p:nvPr/>
        </p:nvSpPr>
        <p:spPr>
          <a:xfrm>
            <a:off x="1579553" y="828446"/>
            <a:ext cx="1773245" cy="488683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 a == b</a:t>
            </a:r>
            <a:endParaRPr lang="ko-KR" altLang="en-US" sz="16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" name="순서도: 판단 8">
            <a:extLst>
              <a:ext uri="{FF2B5EF4-FFF2-40B4-BE49-F238E27FC236}">
                <a16:creationId xmlns:a16="http://schemas.microsoft.com/office/drawing/2014/main" id="{4ECD0831-B67D-4FE8-A8A2-C9730CACA626}"/>
              </a:ext>
            </a:extLst>
          </p:cNvPr>
          <p:cNvSpPr/>
          <p:nvPr/>
        </p:nvSpPr>
        <p:spPr>
          <a:xfrm>
            <a:off x="1579552" y="1390343"/>
            <a:ext cx="1773245" cy="488683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 a &gt; b</a:t>
            </a:r>
            <a:endParaRPr lang="ko-KR" altLang="en-US" sz="16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1" name="순서도: 처리 10">
            <a:extLst>
              <a:ext uri="{FF2B5EF4-FFF2-40B4-BE49-F238E27FC236}">
                <a16:creationId xmlns:a16="http://schemas.microsoft.com/office/drawing/2014/main" id="{571878F7-1B6F-2134-C05A-642E7F57D3A5}"/>
              </a:ext>
            </a:extLst>
          </p:cNvPr>
          <p:cNvSpPr/>
          <p:nvPr/>
        </p:nvSpPr>
        <p:spPr>
          <a:xfrm>
            <a:off x="3591469" y="294273"/>
            <a:ext cx="1437777" cy="425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 -1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" name="순서도: 처리 12">
            <a:extLst>
              <a:ext uri="{FF2B5EF4-FFF2-40B4-BE49-F238E27FC236}">
                <a16:creationId xmlns:a16="http://schemas.microsoft.com/office/drawing/2014/main" id="{19AD43B2-22CC-21E2-7301-A08172CCF72F}"/>
              </a:ext>
            </a:extLst>
          </p:cNvPr>
          <p:cNvSpPr/>
          <p:nvPr/>
        </p:nvSpPr>
        <p:spPr>
          <a:xfrm>
            <a:off x="3591469" y="860065"/>
            <a:ext cx="1437777" cy="425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 0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355B47D0-78BA-B3AA-5A82-0B30D1C10907}"/>
              </a:ext>
            </a:extLst>
          </p:cNvPr>
          <p:cNvSpPr/>
          <p:nvPr/>
        </p:nvSpPr>
        <p:spPr>
          <a:xfrm>
            <a:off x="3591469" y="1421962"/>
            <a:ext cx="1437777" cy="425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 1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9937B2BE-2DED-2796-121A-E4930FE138E0}"/>
              </a:ext>
            </a:extLst>
          </p:cNvPr>
          <p:cNvCxnSpPr>
            <a:stCxn id="4" idx="3"/>
            <a:endCxn id="3" idx="1"/>
          </p:cNvCxnSpPr>
          <p:nvPr/>
        </p:nvCxnSpPr>
        <p:spPr>
          <a:xfrm>
            <a:off x="1246178" y="506995"/>
            <a:ext cx="333375" cy="3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2F506893-80DD-7F45-A12D-6D5EFD38C1C7}"/>
              </a:ext>
            </a:extLst>
          </p:cNvPr>
          <p:cNvCxnSpPr>
            <a:stCxn id="3" idx="2"/>
            <a:endCxn id="8" idx="0"/>
          </p:cNvCxnSpPr>
          <p:nvPr/>
        </p:nvCxnSpPr>
        <p:spPr>
          <a:xfrm>
            <a:off x="2466176" y="755232"/>
            <a:ext cx="0" cy="732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1D323082-A2F8-8A28-6E52-CEF275C50568}"/>
              </a:ext>
            </a:extLst>
          </p:cNvPr>
          <p:cNvCxnSpPr>
            <a:stCxn id="8" idx="2"/>
            <a:endCxn id="9" idx="0"/>
          </p:cNvCxnSpPr>
          <p:nvPr/>
        </p:nvCxnSpPr>
        <p:spPr>
          <a:xfrm flipH="1">
            <a:off x="2466175" y="1317129"/>
            <a:ext cx="1" cy="732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FC49FAD7-CBC4-6E48-703E-D0C4DA88BAF5}"/>
              </a:ext>
            </a:extLst>
          </p:cNvPr>
          <p:cNvCxnSpPr>
            <a:stCxn id="3" idx="3"/>
            <a:endCxn id="11" idx="1"/>
          </p:cNvCxnSpPr>
          <p:nvPr/>
        </p:nvCxnSpPr>
        <p:spPr>
          <a:xfrm flipV="1">
            <a:off x="3352798" y="506995"/>
            <a:ext cx="238671" cy="3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26783653-E470-2B10-FFD7-B927CD1BF90C}"/>
              </a:ext>
            </a:extLst>
          </p:cNvPr>
          <p:cNvCxnSpPr>
            <a:stCxn id="8" idx="3"/>
            <a:endCxn id="13" idx="1"/>
          </p:cNvCxnSpPr>
          <p:nvPr/>
        </p:nvCxnSpPr>
        <p:spPr>
          <a:xfrm flipV="1">
            <a:off x="3352798" y="1072787"/>
            <a:ext cx="23867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7364F086-00C1-6E7E-B3D2-536EE616A887}"/>
              </a:ext>
            </a:extLst>
          </p:cNvPr>
          <p:cNvCxnSpPr>
            <a:stCxn id="9" idx="3"/>
            <a:endCxn id="16" idx="1"/>
          </p:cNvCxnSpPr>
          <p:nvPr/>
        </p:nvCxnSpPr>
        <p:spPr>
          <a:xfrm flipV="1">
            <a:off x="3352797" y="1634684"/>
            <a:ext cx="23867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396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종속 처리 5">
            <a:extLst>
              <a:ext uri="{FF2B5EF4-FFF2-40B4-BE49-F238E27FC236}">
                <a16:creationId xmlns:a16="http://schemas.microsoft.com/office/drawing/2014/main" id="{4812518A-7A00-0665-08ED-2E28F605FF30}"/>
              </a:ext>
            </a:extLst>
          </p:cNvPr>
          <p:cNvSpPr/>
          <p:nvPr/>
        </p:nvSpPr>
        <p:spPr>
          <a:xfrm>
            <a:off x="8460312" y="5936143"/>
            <a:ext cx="2709271" cy="488683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*hdnode = mread();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" name="순서도: 수행의 시작/종료 6">
            <a:extLst>
              <a:ext uri="{FF2B5EF4-FFF2-40B4-BE49-F238E27FC236}">
                <a16:creationId xmlns:a16="http://schemas.microsoft.com/office/drawing/2014/main" id="{51C1B845-7B9F-55C1-DCE6-A55D5679001A}"/>
              </a:ext>
            </a:extLst>
          </p:cNvPr>
          <p:cNvSpPr/>
          <p:nvPr/>
        </p:nvSpPr>
        <p:spPr>
          <a:xfrm>
            <a:off x="9931961" y="5870697"/>
            <a:ext cx="838200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end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E74135-31DE-93A0-B4F6-127F6DC37A72}"/>
              </a:ext>
            </a:extLst>
          </p:cNvPr>
          <p:cNvSpPr txBox="1"/>
          <p:nvPr/>
        </p:nvSpPr>
        <p:spPr>
          <a:xfrm>
            <a:off x="283485" y="3241519"/>
            <a:ext cx="7909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attach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coefficient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exponent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poly_pointer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altLang="ko-KR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ptr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2" name="순서도: 종속 처리 11">
            <a:extLst>
              <a:ext uri="{FF2B5EF4-FFF2-40B4-BE49-F238E27FC236}">
                <a16:creationId xmlns:a16="http://schemas.microsoft.com/office/drawing/2014/main" id="{37E6048D-90D1-02D3-1F80-81F4ED0B3947}"/>
              </a:ext>
            </a:extLst>
          </p:cNvPr>
          <p:cNvSpPr/>
          <p:nvPr/>
        </p:nvSpPr>
        <p:spPr>
          <a:xfrm>
            <a:off x="8773117" y="4494379"/>
            <a:ext cx="3155888" cy="488683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*hdnode_t = mtranspose(*hdnode);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5" name="순서도: 종속 처리 14">
            <a:extLst>
              <a:ext uri="{FF2B5EF4-FFF2-40B4-BE49-F238E27FC236}">
                <a16:creationId xmlns:a16="http://schemas.microsoft.com/office/drawing/2014/main" id="{5FC326E2-9C21-5A16-3F70-F726951A214B}"/>
              </a:ext>
            </a:extLst>
          </p:cNvPr>
          <p:cNvSpPr/>
          <p:nvPr/>
        </p:nvSpPr>
        <p:spPr>
          <a:xfrm>
            <a:off x="8996427" y="5182538"/>
            <a:ext cx="2709271" cy="488683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mwrite(*hdnode_t)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63EFC35-6063-8886-8F30-507C155AD715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9814946" y="6424826"/>
            <a:ext cx="2" cy="199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9DFBC0D1-5BC2-E10A-CB82-970416CFBF88}"/>
              </a:ext>
            </a:extLst>
          </p:cNvPr>
          <p:cNvCxnSpPr>
            <a:stCxn id="12" idx="2"/>
            <a:endCxn id="15" idx="0"/>
          </p:cNvCxnSpPr>
          <p:nvPr/>
        </p:nvCxnSpPr>
        <p:spPr>
          <a:xfrm>
            <a:off x="10351061" y="4983062"/>
            <a:ext cx="2" cy="199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FDD11604-CCE1-A970-BC7E-9F3F53EC36F2}"/>
              </a:ext>
            </a:extLst>
          </p:cNvPr>
          <p:cNvCxnSpPr>
            <a:stCxn id="15" idx="2"/>
            <a:endCxn id="7" idx="0"/>
          </p:cNvCxnSpPr>
          <p:nvPr/>
        </p:nvCxnSpPr>
        <p:spPr>
          <a:xfrm flipH="1">
            <a:off x="10351061" y="5671221"/>
            <a:ext cx="2" cy="199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22D0F69F-202B-B213-10A5-09A8641306B0}"/>
              </a:ext>
            </a:extLst>
          </p:cNvPr>
          <p:cNvSpPr/>
          <p:nvPr/>
        </p:nvSpPr>
        <p:spPr>
          <a:xfrm>
            <a:off x="5084753" y="4962050"/>
            <a:ext cx="1773245" cy="488683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 a == b</a:t>
            </a:r>
            <a:endParaRPr lang="ko-KR" altLang="en-US" sz="16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" name="순서도: 판단 8">
            <a:extLst>
              <a:ext uri="{FF2B5EF4-FFF2-40B4-BE49-F238E27FC236}">
                <a16:creationId xmlns:a16="http://schemas.microsoft.com/office/drawing/2014/main" id="{4ECD0831-B67D-4FE8-A8A2-C9730CACA626}"/>
              </a:ext>
            </a:extLst>
          </p:cNvPr>
          <p:cNvSpPr/>
          <p:nvPr/>
        </p:nvSpPr>
        <p:spPr>
          <a:xfrm>
            <a:off x="5084752" y="5523947"/>
            <a:ext cx="1773245" cy="488683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 a &gt; b</a:t>
            </a:r>
            <a:endParaRPr lang="ko-KR" altLang="en-US" sz="16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1" name="순서도: 처리 10">
            <a:extLst>
              <a:ext uri="{FF2B5EF4-FFF2-40B4-BE49-F238E27FC236}">
                <a16:creationId xmlns:a16="http://schemas.microsoft.com/office/drawing/2014/main" id="{571878F7-1B6F-2134-C05A-642E7F57D3A5}"/>
              </a:ext>
            </a:extLst>
          </p:cNvPr>
          <p:cNvSpPr/>
          <p:nvPr/>
        </p:nvSpPr>
        <p:spPr>
          <a:xfrm>
            <a:off x="7096669" y="4427877"/>
            <a:ext cx="1437777" cy="425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 -1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" name="순서도: 처리 12">
            <a:extLst>
              <a:ext uri="{FF2B5EF4-FFF2-40B4-BE49-F238E27FC236}">
                <a16:creationId xmlns:a16="http://schemas.microsoft.com/office/drawing/2014/main" id="{19AD43B2-22CC-21E2-7301-A08172CCF72F}"/>
              </a:ext>
            </a:extLst>
          </p:cNvPr>
          <p:cNvSpPr/>
          <p:nvPr/>
        </p:nvSpPr>
        <p:spPr>
          <a:xfrm>
            <a:off x="7096669" y="4993669"/>
            <a:ext cx="1437777" cy="425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 0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355B47D0-78BA-B3AA-5A82-0B30D1C10907}"/>
              </a:ext>
            </a:extLst>
          </p:cNvPr>
          <p:cNvSpPr/>
          <p:nvPr/>
        </p:nvSpPr>
        <p:spPr>
          <a:xfrm>
            <a:off x="7096669" y="5555566"/>
            <a:ext cx="1437777" cy="425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 1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1D323082-A2F8-8A28-6E52-CEF275C50568}"/>
              </a:ext>
            </a:extLst>
          </p:cNvPr>
          <p:cNvCxnSpPr>
            <a:stCxn id="8" idx="2"/>
            <a:endCxn id="9" idx="0"/>
          </p:cNvCxnSpPr>
          <p:nvPr/>
        </p:nvCxnSpPr>
        <p:spPr>
          <a:xfrm flipH="1">
            <a:off x="5971375" y="5450733"/>
            <a:ext cx="1" cy="732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26783653-E470-2B10-FFD7-B927CD1BF90C}"/>
              </a:ext>
            </a:extLst>
          </p:cNvPr>
          <p:cNvCxnSpPr>
            <a:stCxn id="8" idx="3"/>
            <a:endCxn id="13" idx="1"/>
          </p:cNvCxnSpPr>
          <p:nvPr/>
        </p:nvCxnSpPr>
        <p:spPr>
          <a:xfrm flipV="1">
            <a:off x="6857998" y="5206391"/>
            <a:ext cx="23867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7364F086-00C1-6E7E-B3D2-536EE616A887}"/>
              </a:ext>
            </a:extLst>
          </p:cNvPr>
          <p:cNvCxnSpPr>
            <a:stCxn id="9" idx="3"/>
            <a:endCxn id="16" idx="1"/>
          </p:cNvCxnSpPr>
          <p:nvPr/>
        </p:nvCxnSpPr>
        <p:spPr>
          <a:xfrm flipV="1">
            <a:off x="6857997" y="5768288"/>
            <a:ext cx="23867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순서도: 처리 17">
            <a:extLst>
              <a:ext uri="{FF2B5EF4-FFF2-40B4-BE49-F238E27FC236}">
                <a16:creationId xmlns:a16="http://schemas.microsoft.com/office/drawing/2014/main" id="{C41BA4B3-465B-A565-E92B-590F12805B31}"/>
              </a:ext>
            </a:extLst>
          </p:cNvPr>
          <p:cNvSpPr/>
          <p:nvPr/>
        </p:nvSpPr>
        <p:spPr>
          <a:xfrm>
            <a:off x="2708557" y="1542475"/>
            <a:ext cx="2773324" cy="425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temp -&gt;link = NULL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순서도: 처리 19">
            <a:extLst>
              <a:ext uri="{FF2B5EF4-FFF2-40B4-BE49-F238E27FC236}">
                <a16:creationId xmlns:a16="http://schemas.microsoft.com/office/drawing/2014/main" id="{FE86EC61-C34E-A20A-4CFB-769568FDD70B}"/>
              </a:ext>
            </a:extLst>
          </p:cNvPr>
          <p:cNvSpPr/>
          <p:nvPr/>
        </p:nvSpPr>
        <p:spPr>
          <a:xfrm>
            <a:off x="2708557" y="2110211"/>
            <a:ext cx="2773324" cy="425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(*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ptr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)-&gt;link = temp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2" name="순서도: 처리 21">
            <a:extLst>
              <a:ext uri="{FF2B5EF4-FFF2-40B4-BE49-F238E27FC236}">
                <a16:creationId xmlns:a16="http://schemas.microsoft.com/office/drawing/2014/main" id="{B694DD69-EB38-9951-493E-1C0DE611D389}"/>
              </a:ext>
            </a:extLst>
          </p:cNvPr>
          <p:cNvSpPr/>
          <p:nvPr/>
        </p:nvSpPr>
        <p:spPr>
          <a:xfrm>
            <a:off x="2708557" y="2677947"/>
            <a:ext cx="2773324" cy="425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*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ptr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temp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7" name="순서도: 처리 46">
            <a:extLst>
              <a:ext uri="{FF2B5EF4-FFF2-40B4-BE49-F238E27FC236}">
                <a16:creationId xmlns:a16="http://schemas.microsoft.com/office/drawing/2014/main" id="{EFF3B648-2935-ACD2-DC74-DB428B54B99C}"/>
              </a:ext>
            </a:extLst>
          </p:cNvPr>
          <p:cNvSpPr/>
          <p:nvPr/>
        </p:nvSpPr>
        <p:spPr>
          <a:xfrm>
            <a:off x="3938831" y="5146821"/>
            <a:ext cx="3378423" cy="30147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 = head-&gt;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u.next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2" name="순서도: 처리 51">
            <a:extLst>
              <a:ext uri="{FF2B5EF4-FFF2-40B4-BE49-F238E27FC236}">
                <a16:creationId xmlns:a16="http://schemas.microsoft.com/office/drawing/2014/main" id="{F175441A-E7F8-9FF8-1442-E01F7301B401}"/>
              </a:ext>
            </a:extLst>
          </p:cNvPr>
          <p:cNvSpPr/>
          <p:nvPr/>
        </p:nvSpPr>
        <p:spPr>
          <a:xfrm>
            <a:off x="4351025" y="4303864"/>
            <a:ext cx="3648196" cy="29370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for(b=b-&gt;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link;b;b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=b-&gt;link) (element of b)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3" name="순서도: 처리 52">
            <a:extLst>
              <a:ext uri="{FF2B5EF4-FFF2-40B4-BE49-F238E27FC236}">
                <a16:creationId xmlns:a16="http://schemas.microsoft.com/office/drawing/2014/main" id="{7FCA5D83-484B-B8E6-A64A-A69D28D24737}"/>
              </a:ext>
            </a:extLst>
          </p:cNvPr>
          <p:cNvSpPr/>
          <p:nvPr/>
        </p:nvSpPr>
        <p:spPr>
          <a:xfrm>
            <a:off x="4351024" y="4584267"/>
            <a:ext cx="3648196" cy="45719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4" name="순서도: 처리 53">
            <a:extLst>
              <a:ext uri="{FF2B5EF4-FFF2-40B4-BE49-F238E27FC236}">
                <a16:creationId xmlns:a16="http://schemas.microsoft.com/office/drawing/2014/main" id="{1CA567D9-634F-02C0-B720-B83E7A9E3F39}"/>
              </a:ext>
            </a:extLst>
          </p:cNvPr>
          <p:cNvSpPr/>
          <p:nvPr/>
        </p:nvSpPr>
        <p:spPr>
          <a:xfrm>
            <a:off x="4501692" y="4676206"/>
            <a:ext cx="3378423" cy="28708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add multiplied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coef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at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arr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[added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expon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순서도: 수행의 시작/종료 4">
            <a:extLst>
              <a:ext uri="{FF2B5EF4-FFF2-40B4-BE49-F238E27FC236}">
                <a16:creationId xmlns:a16="http://schemas.microsoft.com/office/drawing/2014/main" id="{E528C93C-CED4-B847-DEA7-9471177BE67B}"/>
              </a:ext>
            </a:extLst>
          </p:cNvPr>
          <p:cNvSpPr/>
          <p:nvPr/>
        </p:nvSpPr>
        <p:spPr>
          <a:xfrm>
            <a:off x="3621085" y="220272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AB11AEB8-A3E1-85A7-C582-C9654AF96108}"/>
              </a:ext>
            </a:extLst>
          </p:cNvPr>
          <p:cNvSpPr/>
          <p:nvPr/>
        </p:nvSpPr>
        <p:spPr>
          <a:xfrm>
            <a:off x="2708557" y="730548"/>
            <a:ext cx="2773324" cy="68120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init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poly_pointer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temp</a:t>
            </a:r>
          </a:p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save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coef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,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expon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to temp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1879F7E5-F33B-9734-852E-83CE1155F98C}"/>
              </a:ext>
            </a:extLst>
          </p:cNvPr>
          <p:cNvCxnSpPr>
            <a:stCxn id="5" idx="2"/>
            <a:endCxn id="10" idx="0"/>
          </p:cNvCxnSpPr>
          <p:nvPr/>
        </p:nvCxnSpPr>
        <p:spPr>
          <a:xfrm>
            <a:off x="4095219" y="660538"/>
            <a:ext cx="0" cy="700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8A48ACDD-31B3-0631-2E97-BE0F2EF804AC}"/>
              </a:ext>
            </a:extLst>
          </p:cNvPr>
          <p:cNvCxnSpPr>
            <a:stCxn id="10" idx="2"/>
            <a:endCxn id="18" idx="0"/>
          </p:cNvCxnSpPr>
          <p:nvPr/>
        </p:nvCxnSpPr>
        <p:spPr>
          <a:xfrm>
            <a:off x="4095219" y="1411756"/>
            <a:ext cx="0" cy="130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3103A3C8-0114-FCC9-2190-56BC610A58F4}"/>
              </a:ext>
            </a:extLst>
          </p:cNvPr>
          <p:cNvCxnSpPr>
            <a:stCxn id="18" idx="2"/>
            <a:endCxn id="20" idx="0"/>
          </p:cNvCxnSpPr>
          <p:nvPr/>
        </p:nvCxnSpPr>
        <p:spPr>
          <a:xfrm>
            <a:off x="4095219" y="1967918"/>
            <a:ext cx="0" cy="1422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84412C96-7CAC-F471-8E81-1E6E94419EBC}"/>
              </a:ext>
            </a:extLst>
          </p:cNvPr>
          <p:cNvCxnSpPr>
            <a:stCxn id="20" idx="2"/>
            <a:endCxn id="22" idx="0"/>
          </p:cNvCxnSpPr>
          <p:nvPr/>
        </p:nvCxnSpPr>
        <p:spPr>
          <a:xfrm>
            <a:off x="4095219" y="2535654"/>
            <a:ext cx="0" cy="1422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5212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D9DCAAA0-38AA-9F5A-CF04-C15E789C9630}"/>
              </a:ext>
            </a:extLst>
          </p:cNvPr>
          <p:cNvSpPr/>
          <p:nvPr/>
        </p:nvSpPr>
        <p:spPr>
          <a:xfrm>
            <a:off x="190095" y="279450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순서도: 종속 처리 5">
            <a:extLst>
              <a:ext uri="{FF2B5EF4-FFF2-40B4-BE49-F238E27FC236}">
                <a16:creationId xmlns:a16="http://schemas.microsoft.com/office/drawing/2014/main" id="{4812518A-7A00-0665-08ED-2E28F605FF30}"/>
              </a:ext>
            </a:extLst>
          </p:cNvPr>
          <p:cNvSpPr/>
          <p:nvPr/>
        </p:nvSpPr>
        <p:spPr>
          <a:xfrm>
            <a:off x="8460312" y="5936143"/>
            <a:ext cx="2709271" cy="488683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*hdnode = mread();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" name="순서도: 수행의 시작/종료 6">
            <a:extLst>
              <a:ext uri="{FF2B5EF4-FFF2-40B4-BE49-F238E27FC236}">
                <a16:creationId xmlns:a16="http://schemas.microsoft.com/office/drawing/2014/main" id="{51C1B845-7B9F-55C1-DCE6-A55D5679001A}"/>
              </a:ext>
            </a:extLst>
          </p:cNvPr>
          <p:cNvSpPr/>
          <p:nvPr/>
        </p:nvSpPr>
        <p:spPr>
          <a:xfrm>
            <a:off x="9931961" y="5870697"/>
            <a:ext cx="838200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end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E74135-31DE-93A0-B4F6-127F6DC37A72}"/>
              </a:ext>
            </a:extLst>
          </p:cNvPr>
          <p:cNvSpPr txBox="1"/>
          <p:nvPr/>
        </p:nvSpPr>
        <p:spPr>
          <a:xfrm>
            <a:off x="1588410" y="3387209"/>
            <a:ext cx="6516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 err="1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poly_pointer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pmult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poly_pointer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a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poly_pointer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b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2" name="순서도: 종속 처리 11">
            <a:extLst>
              <a:ext uri="{FF2B5EF4-FFF2-40B4-BE49-F238E27FC236}">
                <a16:creationId xmlns:a16="http://schemas.microsoft.com/office/drawing/2014/main" id="{37E6048D-90D1-02D3-1F80-81F4ED0B3947}"/>
              </a:ext>
            </a:extLst>
          </p:cNvPr>
          <p:cNvSpPr/>
          <p:nvPr/>
        </p:nvSpPr>
        <p:spPr>
          <a:xfrm>
            <a:off x="8773117" y="4494379"/>
            <a:ext cx="3155888" cy="488683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*hdnode_t = mtranspose(*hdnode);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5" name="순서도: 종속 처리 14">
            <a:extLst>
              <a:ext uri="{FF2B5EF4-FFF2-40B4-BE49-F238E27FC236}">
                <a16:creationId xmlns:a16="http://schemas.microsoft.com/office/drawing/2014/main" id="{5FC326E2-9C21-5A16-3F70-F726951A214B}"/>
              </a:ext>
            </a:extLst>
          </p:cNvPr>
          <p:cNvSpPr/>
          <p:nvPr/>
        </p:nvSpPr>
        <p:spPr>
          <a:xfrm>
            <a:off x="8996427" y="5182538"/>
            <a:ext cx="2709271" cy="488683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mwrite(*hdnode_t)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63EFC35-6063-8886-8F30-507C155AD715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9814946" y="6424826"/>
            <a:ext cx="2" cy="199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9DFBC0D1-5BC2-E10A-CB82-970416CFBF88}"/>
              </a:ext>
            </a:extLst>
          </p:cNvPr>
          <p:cNvCxnSpPr>
            <a:stCxn id="12" idx="2"/>
            <a:endCxn id="15" idx="0"/>
          </p:cNvCxnSpPr>
          <p:nvPr/>
        </p:nvCxnSpPr>
        <p:spPr>
          <a:xfrm>
            <a:off x="10351061" y="4983062"/>
            <a:ext cx="2" cy="199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FDD11604-CCE1-A970-BC7E-9F3F53EC36F2}"/>
              </a:ext>
            </a:extLst>
          </p:cNvPr>
          <p:cNvCxnSpPr>
            <a:stCxn id="15" idx="2"/>
            <a:endCxn id="7" idx="0"/>
          </p:cNvCxnSpPr>
          <p:nvPr/>
        </p:nvCxnSpPr>
        <p:spPr>
          <a:xfrm flipH="1">
            <a:off x="10351061" y="5671221"/>
            <a:ext cx="2" cy="199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22D0F69F-202B-B213-10A5-09A8641306B0}"/>
              </a:ext>
            </a:extLst>
          </p:cNvPr>
          <p:cNvSpPr/>
          <p:nvPr/>
        </p:nvSpPr>
        <p:spPr>
          <a:xfrm>
            <a:off x="5084753" y="4962050"/>
            <a:ext cx="1773245" cy="488683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 a == b</a:t>
            </a:r>
            <a:endParaRPr lang="ko-KR" altLang="en-US" sz="16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" name="순서도: 판단 8">
            <a:extLst>
              <a:ext uri="{FF2B5EF4-FFF2-40B4-BE49-F238E27FC236}">
                <a16:creationId xmlns:a16="http://schemas.microsoft.com/office/drawing/2014/main" id="{4ECD0831-B67D-4FE8-A8A2-C9730CACA626}"/>
              </a:ext>
            </a:extLst>
          </p:cNvPr>
          <p:cNvSpPr/>
          <p:nvPr/>
        </p:nvSpPr>
        <p:spPr>
          <a:xfrm>
            <a:off x="5084752" y="5523947"/>
            <a:ext cx="1773245" cy="488683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 a &gt; b</a:t>
            </a:r>
            <a:endParaRPr lang="ko-KR" altLang="en-US" sz="16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1" name="순서도: 처리 10">
            <a:extLst>
              <a:ext uri="{FF2B5EF4-FFF2-40B4-BE49-F238E27FC236}">
                <a16:creationId xmlns:a16="http://schemas.microsoft.com/office/drawing/2014/main" id="{571878F7-1B6F-2134-C05A-642E7F57D3A5}"/>
              </a:ext>
            </a:extLst>
          </p:cNvPr>
          <p:cNvSpPr/>
          <p:nvPr/>
        </p:nvSpPr>
        <p:spPr>
          <a:xfrm>
            <a:off x="7096669" y="4427877"/>
            <a:ext cx="1437777" cy="425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 -1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" name="순서도: 처리 12">
            <a:extLst>
              <a:ext uri="{FF2B5EF4-FFF2-40B4-BE49-F238E27FC236}">
                <a16:creationId xmlns:a16="http://schemas.microsoft.com/office/drawing/2014/main" id="{19AD43B2-22CC-21E2-7301-A08172CCF72F}"/>
              </a:ext>
            </a:extLst>
          </p:cNvPr>
          <p:cNvSpPr/>
          <p:nvPr/>
        </p:nvSpPr>
        <p:spPr>
          <a:xfrm>
            <a:off x="7096669" y="4993669"/>
            <a:ext cx="1437777" cy="425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 0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355B47D0-78BA-B3AA-5A82-0B30D1C10907}"/>
              </a:ext>
            </a:extLst>
          </p:cNvPr>
          <p:cNvSpPr/>
          <p:nvPr/>
        </p:nvSpPr>
        <p:spPr>
          <a:xfrm>
            <a:off x="7096669" y="5555566"/>
            <a:ext cx="1437777" cy="425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 1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1D323082-A2F8-8A28-6E52-CEF275C50568}"/>
              </a:ext>
            </a:extLst>
          </p:cNvPr>
          <p:cNvCxnSpPr>
            <a:stCxn id="8" idx="2"/>
            <a:endCxn id="9" idx="0"/>
          </p:cNvCxnSpPr>
          <p:nvPr/>
        </p:nvCxnSpPr>
        <p:spPr>
          <a:xfrm flipH="1">
            <a:off x="5971375" y="5450733"/>
            <a:ext cx="1" cy="732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26783653-E470-2B10-FFD7-B927CD1BF90C}"/>
              </a:ext>
            </a:extLst>
          </p:cNvPr>
          <p:cNvCxnSpPr>
            <a:stCxn id="8" idx="3"/>
            <a:endCxn id="13" idx="1"/>
          </p:cNvCxnSpPr>
          <p:nvPr/>
        </p:nvCxnSpPr>
        <p:spPr>
          <a:xfrm flipV="1">
            <a:off x="6857998" y="5206391"/>
            <a:ext cx="23867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7364F086-00C1-6E7E-B3D2-536EE616A887}"/>
              </a:ext>
            </a:extLst>
          </p:cNvPr>
          <p:cNvCxnSpPr>
            <a:stCxn id="9" idx="3"/>
            <a:endCxn id="16" idx="1"/>
          </p:cNvCxnSpPr>
          <p:nvPr/>
        </p:nvCxnSpPr>
        <p:spPr>
          <a:xfrm flipV="1">
            <a:off x="6857997" y="5768288"/>
            <a:ext cx="23867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순서도: 처리 1">
            <a:extLst>
              <a:ext uri="{FF2B5EF4-FFF2-40B4-BE49-F238E27FC236}">
                <a16:creationId xmlns:a16="http://schemas.microsoft.com/office/drawing/2014/main" id="{BBAE54DF-A4ED-896A-5D9D-890B520F1B67}"/>
              </a:ext>
            </a:extLst>
          </p:cNvPr>
          <p:cNvSpPr/>
          <p:nvPr/>
        </p:nvSpPr>
        <p:spPr>
          <a:xfrm>
            <a:off x="1303201" y="286861"/>
            <a:ext cx="1411424" cy="425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int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arr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[100] = {0}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290F0AB6-BB7E-A39E-A9EC-03E4DF5CB330}"/>
              </a:ext>
            </a:extLst>
          </p:cNvPr>
          <p:cNvSpPr/>
          <p:nvPr/>
        </p:nvSpPr>
        <p:spPr>
          <a:xfrm>
            <a:off x="2887391" y="213370"/>
            <a:ext cx="2472910" cy="57242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init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poly_pointer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c, arear,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brear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, rear, temp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8" name="순서도: 처리 17">
            <a:extLst>
              <a:ext uri="{FF2B5EF4-FFF2-40B4-BE49-F238E27FC236}">
                <a16:creationId xmlns:a16="http://schemas.microsoft.com/office/drawing/2014/main" id="{C41BA4B3-465B-A565-E92B-590F12805B31}"/>
              </a:ext>
            </a:extLst>
          </p:cNvPr>
          <p:cNvSpPr/>
          <p:nvPr/>
        </p:nvSpPr>
        <p:spPr>
          <a:xfrm>
            <a:off x="1022417" y="4535749"/>
            <a:ext cx="2773324" cy="425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temp -&gt;link = NULL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순서도: 처리 19">
            <a:extLst>
              <a:ext uri="{FF2B5EF4-FFF2-40B4-BE49-F238E27FC236}">
                <a16:creationId xmlns:a16="http://schemas.microsoft.com/office/drawing/2014/main" id="{FE86EC61-C34E-A20A-4CFB-769568FDD70B}"/>
              </a:ext>
            </a:extLst>
          </p:cNvPr>
          <p:cNvSpPr/>
          <p:nvPr/>
        </p:nvSpPr>
        <p:spPr>
          <a:xfrm>
            <a:off x="1022417" y="5103485"/>
            <a:ext cx="2773324" cy="425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(*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ptr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)-&gt;link = temp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2" name="순서도: 처리 21">
            <a:extLst>
              <a:ext uri="{FF2B5EF4-FFF2-40B4-BE49-F238E27FC236}">
                <a16:creationId xmlns:a16="http://schemas.microsoft.com/office/drawing/2014/main" id="{B694DD69-EB38-9951-493E-1C0DE611D389}"/>
              </a:ext>
            </a:extLst>
          </p:cNvPr>
          <p:cNvSpPr/>
          <p:nvPr/>
        </p:nvSpPr>
        <p:spPr>
          <a:xfrm>
            <a:off x="1022417" y="5671221"/>
            <a:ext cx="2773324" cy="425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*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ptr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temp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1" name="순서도: 처리 40">
            <a:extLst>
              <a:ext uri="{FF2B5EF4-FFF2-40B4-BE49-F238E27FC236}">
                <a16:creationId xmlns:a16="http://schemas.microsoft.com/office/drawing/2014/main" id="{8ECF39E9-AC59-0E60-BC4A-FEB324408B3A}"/>
              </a:ext>
            </a:extLst>
          </p:cNvPr>
          <p:cNvSpPr/>
          <p:nvPr/>
        </p:nvSpPr>
        <p:spPr>
          <a:xfrm>
            <a:off x="5533067" y="213370"/>
            <a:ext cx="1884158" cy="57242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 = rear; arear = a;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brear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b;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2" name="순서도: 처리 41">
            <a:extLst>
              <a:ext uri="{FF2B5EF4-FFF2-40B4-BE49-F238E27FC236}">
                <a16:creationId xmlns:a16="http://schemas.microsoft.com/office/drawing/2014/main" id="{57C8600F-7EBF-5756-4683-CC1553C8C435}"/>
              </a:ext>
            </a:extLst>
          </p:cNvPr>
          <p:cNvSpPr/>
          <p:nvPr/>
        </p:nvSpPr>
        <p:spPr>
          <a:xfrm>
            <a:off x="866370" y="1082529"/>
            <a:ext cx="4086918" cy="298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for(a=a-&gt;link; a; a=a-&gt;link) (element of a)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3" name="순서도: 처리 42">
            <a:extLst>
              <a:ext uri="{FF2B5EF4-FFF2-40B4-BE49-F238E27FC236}">
                <a16:creationId xmlns:a16="http://schemas.microsoft.com/office/drawing/2014/main" id="{F4F93326-A756-8A99-A00A-6D06DCBB5777}"/>
              </a:ext>
            </a:extLst>
          </p:cNvPr>
          <p:cNvSpPr/>
          <p:nvPr/>
        </p:nvSpPr>
        <p:spPr>
          <a:xfrm>
            <a:off x="866370" y="1380560"/>
            <a:ext cx="4086918" cy="97097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4" name="순서도: 처리 43">
            <a:extLst>
              <a:ext uri="{FF2B5EF4-FFF2-40B4-BE49-F238E27FC236}">
                <a16:creationId xmlns:a16="http://schemas.microsoft.com/office/drawing/2014/main" id="{4328F4D4-ED76-7058-6864-A5609246751C}"/>
              </a:ext>
            </a:extLst>
          </p:cNvPr>
          <p:cNvSpPr/>
          <p:nvPr/>
        </p:nvSpPr>
        <p:spPr>
          <a:xfrm>
            <a:off x="1086016" y="1483210"/>
            <a:ext cx="3648196" cy="29370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for(b=b-&gt;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link;b;b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=b-&gt;link) (element of b)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5" name="순서도: 처리 44">
            <a:extLst>
              <a:ext uri="{FF2B5EF4-FFF2-40B4-BE49-F238E27FC236}">
                <a16:creationId xmlns:a16="http://schemas.microsoft.com/office/drawing/2014/main" id="{D683B22E-F8B6-E27E-A906-F98F07BB1900}"/>
              </a:ext>
            </a:extLst>
          </p:cNvPr>
          <p:cNvSpPr/>
          <p:nvPr/>
        </p:nvSpPr>
        <p:spPr>
          <a:xfrm>
            <a:off x="1086015" y="1763613"/>
            <a:ext cx="3648196" cy="45719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6" name="순서도: 처리 45">
            <a:extLst>
              <a:ext uri="{FF2B5EF4-FFF2-40B4-BE49-F238E27FC236}">
                <a16:creationId xmlns:a16="http://schemas.microsoft.com/office/drawing/2014/main" id="{60CF71C7-81B7-9704-7DE0-1D3BA70E12AC}"/>
              </a:ext>
            </a:extLst>
          </p:cNvPr>
          <p:cNvSpPr/>
          <p:nvPr/>
        </p:nvSpPr>
        <p:spPr>
          <a:xfrm>
            <a:off x="1236683" y="1855552"/>
            <a:ext cx="3378423" cy="28708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add multiplied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coef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at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arr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[added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expon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7" name="순서도: 처리 46">
            <a:extLst>
              <a:ext uri="{FF2B5EF4-FFF2-40B4-BE49-F238E27FC236}">
                <a16:creationId xmlns:a16="http://schemas.microsoft.com/office/drawing/2014/main" id="{EFF3B648-2935-ACD2-DC74-DB428B54B99C}"/>
              </a:ext>
            </a:extLst>
          </p:cNvPr>
          <p:cNvSpPr/>
          <p:nvPr/>
        </p:nvSpPr>
        <p:spPr>
          <a:xfrm>
            <a:off x="3938831" y="5146821"/>
            <a:ext cx="3378423" cy="30147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 = head-&gt;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u.next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0" name="순서도: 처리 49">
            <a:extLst>
              <a:ext uri="{FF2B5EF4-FFF2-40B4-BE49-F238E27FC236}">
                <a16:creationId xmlns:a16="http://schemas.microsoft.com/office/drawing/2014/main" id="{B7821E56-B26D-2FA7-5DED-E6E60F88E1D3}"/>
              </a:ext>
            </a:extLst>
          </p:cNvPr>
          <p:cNvSpPr/>
          <p:nvPr/>
        </p:nvSpPr>
        <p:spPr>
          <a:xfrm>
            <a:off x="5123803" y="1082527"/>
            <a:ext cx="4548898" cy="298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from 99 to 0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1" name="순서도: 처리 50">
            <a:extLst>
              <a:ext uri="{FF2B5EF4-FFF2-40B4-BE49-F238E27FC236}">
                <a16:creationId xmlns:a16="http://schemas.microsoft.com/office/drawing/2014/main" id="{6AF02709-A31A-7DA8-1E1F-B0770E4FCE01}"/>
              </a:ext>
            </a:extLst>
          </p:cNvPr>
          <p:cNvSpPr/>
          <p:nvPr/>
        </p:nvSpPr>
        <p:spPr>
          <a:xfrm>
            <a:off x="5123802" y="1380558"/>
            <a:ext cx="4548899" cy="97097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2" name="순서도: 처리 51">
            <a:extLst>
              <a:ext uri="{FF2B5EF4-FFF2-40B4-BE49-F238E27FC236}">
                <a16:creationId xmlns:a16="http://schemas.microsoft.com/office/drawing/2014/main" id="{F175441A-E7F8-9FF8-1442-E01F7301B401}"/>
              </a:ext>
            </a:extLst>
          </p:cNvPr>
          <p:cNvSpPr/>
          <p:nvPr/>
        </p:nvSpPr>
        <p:spPr>
          <a:xfrm>
            <a:off x="4351025" y="4303864"/>
            <a:ext cx="3648196" cy="29370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for(b=b-&gt;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link;b;b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=b-&gt;link) (element of b)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3" name="순서도: 처리 52">
            <a:extLst>
              <a:ext uri="{FF2B5EF4-FFF2-40B4-BE49-F238E27FC236}">
                <a16:creationId xmlns:a16="http://schemas.microsoft.com/office/drawing/2014/main" id="{7FCA5D83-484B-B8E6-A64A-A69D28D24737}"/>
              </a:ext>
            </a:extLst>
          </p:cNvPr>
          <p:cNvSpPr/>
          <p:nvPr/>
        </p:nvSpPr>
        <p:spPr>
          <a:xfrm>
            <a:off x="4351024" y="4584267"/>
            <a:ext cx="3648196" cy="45719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4" name="순서도: 처리 53">
            <a:extLst>
              <a:ext uri="{FF2B5EF4-FFF2-40B4-BE49-F238E27FC236}">
                <a16:creationId xmlns:a16="http://schemas.microsoft.com/office/drawing/2014/main" id="{1CA567D9-634F-02C0-B720-B83E7A9E3F39}"/>
              </a:ext>
            </a:extLst>
          </p:cNvPr>
          <p:cNvSpPr/>
          <p:nvPr/>
        </p:nvSpPr>
        <p:spPr>
          <a:xfrm>
            <a:off x="4501692" y="4676206"/>
            <a:ext cx="3378423" cy="28708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add multiplied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coef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at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arr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[added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expon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" name="순서도: 판단 2">
            <a:extLst>
              <a:ext uri="{FF2B5EF4-FFF2-40B4-BE49-F238E27FC236}">
                <a16:creationId xmlns:a16="http://schemas.microsoft.com/office/drawing/2014/main" id="{AF666658-9300-347D-AE5D-3DEE7BC6C0D5}"/>
              </a:ext>
            </a:extLst>
          </p:cNvPr>
          <p:cNvSpPr/>
          <p:nvPr/>
        </p:nvSpPr>
        <p:spPr>
          <a:xfrm>
            <a:off x="5244070" y="1625802"/>
            <a:ext cx="1923192" cy="488683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arr</a:t>
            </a:r>
            <a:r>
              <a:rPr lang="en-US" altLang="ko-KR" sz="1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[</a:t>
            </a:r>
            <a:r>
              <a:rPr lang="en-US" altLang="ko-KR" sz="16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</a:t>
            </a:r>
            <a:r>
              <a:rPr lang="en-US" altLang="ko-KR" sz="1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 has </a:t>
            </a:r>
            <a:r>
              <a:rPr lang="en-US" altLang="ko-KR" sz="16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coef</a:t>
            </a:r>
            <a:endParaRPr lang="ko-KR" altLang="en-US" sz="16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5" name="순서도: 종속 처리 54">
            <a:extLst>
              <a:ext uri="{FF2B5EF4-FFF2-40B4-BE49-F238E27FC236}">
                <a16:creationId xmlns:a16="http://schemas.microsoft.com/office/drawing/2014/main" id="{3D13DA36-E5CE-FC18-2DFE-EEA447AB287A}"/>
              </a:ext>
            </a:extLst>
          </p:cNvPr>
          <p:cNvSpPr/>
          <p:nvPr/>
        </p:nvSpPr>
        <p:spPr>
          <a:xfrm>
            <a:off x="7398251" y="1645494"/>
            <a:ext cx="2157244" cy="488683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attach() multiplied element to c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6" name="순서도: 처리 55">
            <a:extLst>
              <a:ext uri="{FF2B5EF4-FFF2-40B4-BE49-F238E27FC236}">
                <a16:creationId xmlns:a16="http://schemas.microsoft.com/office/drawing/2014/main" id="{BA78D0DB-A085-C10A-AC40-F3775C1ECC90}"/>
              </a:ext>
            </a:extLst>
          </p:cNvPr>
          <p:cNvSpPr/>
          <p:nvPr/>
        </p:nvSpPr>
        <p:spPr>
          <a:xfrm>
            <a:off x="975061" y="2634099"/>
            <a:ext cx="1884158" cy="57242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c-&gt;num = number of multiplied elements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7" name="순서도: 처리 56">
            <a:extLst>
              <a:ext uri="{FF2B5EF4-FFF2-40B4-BE49-F238E27FC236}">
                <a16:creationId xmlns:a16="http://schemas.microsoft.com/office/drawing/2014/main" id="{2305D458-8805-29A8-8743-9E2A0C69AA1E}"/>
              </a:ext>
            </a:extLst>
          </p:cNvPr>
          <p:cNvSpPr/>
          <p:nvPr/>
        </p:nvSpPr>
        <p:spPr>
          <a:xfrm>
            <a:off x="3200594" y="2634098"/>
            <a:ext cx="1884158" cy="57242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 c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38BAC38C-2C24-F63D-FDBB-CAA9F384E64D}"/>
              </a:ext>
            </a:extLst>
          </p:cNvPr>
          <p:cNvCxnSpPr>
            <a:stCxn id="4" idx="3"/>
            <a:endCxn id="2" idx="1"/>
          </p:cNvCxnSpPr>
          <p:nvPr/>
        </p:nvCxnSpPr>
        <p:spPr>
          <a:xfrm>
            <a:off x="1138362" y="499583"/>
            <a:ext cx="1648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FADC8E77-49D3-3FE4-A6B0-250272189759}"/>
              </a:ext>
            </a:extLst>
          </p:cNvPr>
          <p:cNvCxnSpPr>
            <a:stCxn id="2" idx="3"/>
            <a:endCxn id="17" idx="1"/>
          </p:cNvCxnSpPr>
          <p:nvPr/>
        </p:nvCxnSpPr>
        <p:spPr>
          <a:xfrm flipV="1">
            <a:off x="2714625" y="499582"/>
            <a:ext cx="17276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ECE39C41-5E9C-EDFE-A751-D9744B256282}"/>
              </a:ext>
            </a:extLst>
          </p:cNvPr>
          <p:cNvCxnSpPr>
            <a:stCxn id="17" idx="3"/>
            <a:endCxn id="41" idx="1"/>
          </p:cNvCxnSpPr>
          <p:nvPr/>
        </p:nvCxnSpPr>
        <p:spPr>
          <a:xfrm>
            <a:off x="5360301" y="499582"/>
            <a:ext cx="1727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BD8E4DBD-8A1C-B763-5148-C38820D85F8A}"/>
              </a:ext>
            </a:extLst>
          </p:cNvPr>
          <p:cNvCxnSpPr>
            <a:stCxn id="41" idx="3"/>
          </p:cNvCxnSpPr>
          <p:nvPr/>
        </p:nvCxnSpPr>
        <p:spPr>
          <a:xfrm flipH="1">
            <a:off x="438150" y="499582"/>
            <a:ext cx="6979075" cy="424343"/>
          </a:xfrm>
          <a:prstGeom prst="bentConnector3">
            <a:avLst>
              <a:gd name="adj1" fmla="val -327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연결선: 꺾임 68">
            <a:extLst>
              <a:ext uri="{FF2B5EF4-FFF2-40B4-BE49-F238E27FC236}">
                <a16:creationId xmlns:a16="http://schemas.microsoft.com/office/drawing/2014/main" id="{0E234DCC-D608-0658-CC79-2D79F703FE3A}"/>
              </a:ext>
            </a:extLst>
          </p:cNvPr>
          <p:cNvCxnSpPr>
            <a:endCxn id="43" idx="1"/>
          </p:cNvCxnSpPr>
          <p:nvPr/>
        </p:nvCxnSpPr>
        <p:spPr>
          <a:xfrm rot="16200000" flipH="1">
            <a:off x="180360" y="1180037"/>
            <a:ext cx="943801" cy="42822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A5D27785-A83C-3E51-9995-81A0CE1A8B09}"/>
              </a:ext>
            </a:extLst>
          </p:cNvPr>
          <p:cNvCxnSpPr>
            <a:stCxn id="43" idx="3"/>
            <a:endCxn id="51" idx="1"/>
          </p:cNvCxnSpPr>
          <p:nvPr/>
        </p:nvCxnSpPr>
        <p:spPr>
          <a:xfrm flipV="1">
            <a:off x="4953288" y="1866046"/>
            <a:ext cx="170514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DBB4BDDC-D787-C9D3-228D-912F520BCEEE}"/>
              </a:ext>
            </a:extLst>
          </p:cNvPr>
          <p:cNvCxnSpPr>
            <a:stCxn id="3" idx="3"/>
          </p:cNvCxnSpPr>
          <p:nvPr/>
        </p:nvCxnSpPr>
        <p:spPr>
          <a:xfrm flipV="1">
            <a:off x="7167262" y="1866045"/>
            <a:ext cx="230989" cy="40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연결선: 꺾임 74">
            <a:extLst>
              <a:ext uri="{FF2B5EF4-FFF2-40B4-BE49-F238E27FC236}">
                <a16:creationId xmlns:a16="http://schemas.microsoft.com/office/drawing/2014/main" id="{B6789ABB-779F-39F2-752F-A855A810C848}"/>
              </a:ext>
            </a:extLst>
          </p:cNvPr>
          <p:cNvCxnSpPr>
            <a:stCxn id="51" idx="3"/>
          </p:cNvCxnSpPr>
          <p:nvPr/>
        </p:nvCxnSpPr>
        <p:spPr>
          <a:xfrm flipH="1">
            <a:off x="438150" y="1866046"/>
            <a:ext cx="9234551" cy="629504"/>
          </a:xfrm>
          <a:prstGeom prst="bentConnector3">
            <a:avLst>
              <a:gd name="adj1" fmla="val -247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27223A73-A68B-67E0-6C60-6343E002F568}"/>
              </a:ext>
            </a:extLst>
          </p:cNvPr>
          <p:cNvCxnSpPr>
            <a:endCxn id="56" idx="1"/>
          </p:cNvCxnSpPr>
          <p:nvPr/>
        </p:nvCxnSpPr>
        <p:spPr>
          <a:xfrm>
            <a:off x="438150" y="2495550"/>
            <a:ext cx="536911" cy="42476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CB082C14-EE73-8ADF-D8AE-D6AF6D7171B9}"/>
              </a:ext>
            </a:extLst>
          </p:cNvPr>
          <p:cNvCxnSpPr>
            <a:stCxn id="56" idx="3"/>
            <a:endCxn id="57" idx="1"/>
          </p:cNvCxnSpPr>
          <p:nvPr/>
        </p:nvCxnSpPr>
        <p:spPr>
          <a:xfrm flipV="1">
            <a:off x="2859219" y="2920310"/>
            <a:ext cx="34137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42A51027-E334-1CF2-3FB2-158ED73498D0}"/>
              </a:ext>
            </a:extLst>
          </p:cNvPr>
          <p:cNvSpPr/>
          <p:nvPr/>
        </p:nvSpPr>
        <p:spPr>
          <a:xfrm>
            <a:off x="319045" y="2142632"/>
            <a:ext cx="357293" cy="7468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1663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17C224CD-E798-4CE7-9891-6BAC15C1189B}"/>
              </a:ext>
            </a:extLst>
          </p:cNvPr>
          <p:cNvSpPr/>
          <p:nvPr/>
        </p:nvSpPr>
        <p:spPr>
          <a:xfrm>
            <a:off x="188535" y="1022028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EF8FB84-EB32-5699-2FAF-64B74271FB62}"/>
              </a:ext>
            </a:extLst>
          </p:cNvPr>
          <p:cNvCxnSpPr>
            <a:cxnSpLocks/>
          </p:cNvCxnSpPr>
          <p:nvPr/>
        </p:nvCxnSpPr>
        <p:spPr>
          <a:xfrm flipV="1">
            <a:off x="11399182" y="3774119"/>
            <a:ext cx="537633" cy="2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AED048B-BE55-8B79-9DFF-2D6770B185CE}"/>
              </a:ext>
            </a:extLst>
          </p:cNvPr>
          <p:cNvSpPr txBox="1"/>
          <p:nvPr/>
        </p:nvSpPr>
        <p:spPr>
          <a:xfrm>
            <a:off x="1554994" y="2464761"/>
            <a:ext cx="3603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pwrite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poly_pointer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660BCE-C808-CE60-DE7B-625DE13E8FF6}"/>
              </a:ext>
            </a:extLst>
          </p:cNvPr>
          <p:cNvSpPr txBox="1"/>
          <p:nvPr/>
        </p:nvSpPr>
        <p:spPr>
          <a:xfrm>
            <a:off x="1669827" y="606982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8F2C86-40F0-2E48-1A24-2A61DEB843A1}"/>
              </a:ext>
            </a:extLst>
          </p:cNvPr>
          <p:cNvSpPr txBox="1"/>
          <p:nvPr/>
        </p:nvSpPr>
        <p:spPr>
          <a:xfrm>
            <a:off x="772409" y="5577382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9AF6B0C4-A0D5-079B-068F-51241CBF9D21}"/>
              </a:ext>
            </a:extLst>
          </p:cNvPr>
          <p:cNvSpPr/>
          <p:nvPr/>
        </p:nvSpPr>
        <p:spPr>
          <a:xfrm>
            <a:off x="3410416" y="304801"/>
            <a:ext cx="2809410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elements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E96DC4C2-C896-C313-8373-D0C0F38DAF93}"/>
              </a:ext>
            </a:extLst>
          </p:cNvPr>
          <p:cNvSpPr/>
          <p:nvPr/>
        </p:nvSpPr>
        <p:spPr>
          <a:xfrm>
            <a:off x="3410416" y="671720"/>
            <a:ext cx="2809409" cy="157392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8" name="순서도: 판단 17">
            <a:extLst>
              <a:ext uri="{FF2B5EF4-FFF2-40B4-BE49-F238E27FC236}">
                <a16:creationId xmlns:a16="http://schemas.microsoft.com/office/drawing/2014/main" id="{9E430119-213D-AB9F-5B04-C4EE7115D76A}"/>
              </a:ext>
            </a:extLst>
          </p:cNvPr>
          <p:cNvSpPr/>
          <p:nvPr/>
        </p:nvSpPr>
        <p:spPr>
          <a:xfrm>
            <a:off x="9583547" y="3575978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 operand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50E29BE4-30C3-07C6-225A-EFAA22512C90}"/>
              </a:ext>
            </a:extLst>
          </p:cNvPr>
          <p:cNvSpPr/>
          <p:nvPr/>
        </p:nvSpPr>
        <p:spPr>
          <a:xfrm>
            <a:off x="11221856" y="3583535"/>
            <a:ext cx="1529730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operand and save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81A34B3F-B71C-995A-FDA1-E683A9C33CCD}"/>
              </a:ext>
            </a:extLst>
          </p:cNvPr>
          <p:cNvSpPr/>
          <p:nvPr/>
        </p:nvSpPr>
        <p:spPr>
          <a:xfrm>
            <a:off x="9583547" y="4235757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rparen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88229865-9D5C-7819-17DD-998382C56B9D}"/>
              </a:ext>
            </a:extLst>
          </p:cNvPr>
          <p:cNvSpPr/>
          <p:nvPr/>
        </p:nvSpPr>
        <p:spPr>
          <a:xfrm>
            <a:off x="11221856" y="4148149"/>
            <a:ext cx="1529730" cy="27105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stack’s top data isn’t </a:t>
            </a:r>
            <a:r>
              <a:rPr lang="en-US" altLang="ko-KR" sz="10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lapren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02F9C0F9-C507-7237-E61C-E577BEB96518}"/>
              </a:ext>
            </a:extLst>
          </p:cNvPr>
          <p:cNvSpPr/>
          <p:nvPr/>
        </p:nvSpPr>
        <p:spPr>
          <a:xfrm>
            <a:off x="11221856" y="4419201"/>
            <a:ext cx="1529730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" name="순서도: 처리 12">
            <a:extLst>
              <a:ext uri="{FF2B5EF4-FFF2-40B4-BE49-F238E27FC236}">
                <a16:creationId xmlns:a16="http://schemas.microsoft.com/office/drawing/2014/main" id="{40DC9902-F43E-2F33-E90B-590C316F87D6}"/>
              </a:ext>
            </a:extLst>
          </p:cNvPr>
          <p:cNvSpPr/>
          <p:nvPr/>
        </p:nvSpPr>
        <p:spPr>
          <a:xfrm>
            <a:off x="12990421" y="4235757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pop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516B2486-258F-8BBE-F58F-E20F1C20D385}"/>
              </a:ext>
            </a:extLst>
          </p:cNvPr>
          <p:cNvSpPr/>
          <p:nvPr/>
        </p:nvSpPr>
        <p:spPr>
          <a:xfrm>
            <a:off x="9869452" y="5044190"/>
            <a:ext cx="2882134" cy="53319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top stack’s data’s precedence is ge than incoming token’s precedence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9" name="순서도: 처리 18">
            <a:extLst>
              <a:ext uri="{FF2B5EF4-FFF2-40B4-BE49-F238E27FC236}">
                <a16:creationId xmlns:a16="http://schemas.microsoft.com/office/drawing/2014/main" id="{AC6B4265-1602-856A-1D6D-886CA62F8F96}"/>
              </a:ext>
            </a:extLst>
          </p:cNvPr>
          <p:cNvSpPr/>
          <p:nvPr/>
        </p:nvSpPr>
        <p:spPr>
          <a:xfrm>
            <a:off x="9869452" y="5557244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순서도: 처리 19">
            <a:extLst>
              <a:ext uri="{FF2B5EF4-FFF2-40B4-BE49-F238E27FC236}">
                <a16:creationId xmlns:a16="http://schemas.microsoft.com/office/drawing/2014/main" id="{06F55CD9-6639-35F7-E106-5B856EE4D2A4}"/>
              </a:ext>
            </a:extLst>
          </p:cNvPr>
          <p:cNvSpPr/>
          <p:nvPr/>
        </p:nvSpPr>
        <p:spPr>
          <a:xfrm>
            <a:off x="12990420" y="5449881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token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2" name="순서도: 처리 21">
            <a:extLst>
              <a:ext uri="{FF2B5EF4-FFF2-40B4-BE49-F238E27FC236}">
                <a16:creationId xmlns:a16="http://schemas.microsoft.com/office/drawing/2014/main" id="{1A40CEA9-EF81-18B3-37DD-4731D33950E1}"/>
              </a:ext>
            </a:extLst>
          </p:cNvPr>
          <p:cNvSpPr/>
          <p:nvPr/>
        </p:nvSpPr>
        <p:spPr>
          <a:xfrm>
            <a:off x="3149713" y="5543753"/>
            <a:ext cx="2885989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while popped data != eos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23" name="순서도: 처리 22">
            <a:extLst>
              <a:ext uri="{FF2B5EF4-FFF2-40B4-BE49-F238E27FC236}">
                <a16:creationId xmlns:a16="http://schemas.microsoft.com/office/drawing/2014/main" id="{81B42708-3941-F65E-A746-9B4A762D72E2}"/>
              </a:ext>
            </a:extLst>
          </p:cNvPr>
          <p:cNvSpPr/>
          <p:nvPr/>
        </p:nvSpPr>
        <p:spPr>
          <a:xfrm>
            <a:off x="3149711" y="5994555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4" name="순서도: 종속 처리 23">
            <a:extLst>
              <a:ext uri="{FF2B5EF4-FFF2-40B4-BE49-F238E27FC236}">
                <a16:creationId xmlns:a16="http://schemas.microsoft.com/office/drawing/2014/main" id="{304C0047-B243-FD7F-A6BB-AB51931915FD}"/>
              </a:ext>
            </a:extLst>
          </p:cNvPr>
          <p:cNvSpPr/>
          <p:nvPr/>
        </p:nvSpPr>
        <p:spPr>
          <a:xfrm>
            <a:off x="6219825" y="5553560"/>
            <a:ext cx="2132509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eval(postexpr)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57ED43-8F4E-0150-98DA-4236FA971FAD}"/>
              </a:ext>
            </a:extLst>
          </p:cNvPr>
          <p:cNvSpPr txBox="1"/>
          <p:nvPr/>
        </p:nvSpPr>
        <p:spPr>
          <a:xfrm>
            <a:off x="9719989" y="3934615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FFA589-E2CD-773E-CC6B-02D219F29D6B}"/>
              </a:ext>
            </a:extLst>
          </p:cNvPr>
          <p:cNvSpPr txBox="1"/>
          <p:nvPr/>
        </p:nvSpPr>
        <p:spPr>
          <a:xfrm>
            <a:off x="9719989" y="4632039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A9A6F7-EB5C-77AB-E0D2-9272F8D6F81B}"/>
              </a:ext>
            </a:extLst>
          </p:cNvPr>
          <p:cNvSpPr txBox="1"/>
          <p:nvPr/>
        </p:nvSpPr>
        <p:spPr>
          <a:xfrm>
            <a:off x="10736536" y="345566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868ED5-0D21-9A6D-E639-8ADF1436EBBE}"/>
              </a:ext>
            </a:extLst>
          </p:cNvPr>
          <p:cNvSpPr txBox="1"/>
          <p:nvPr/>
        </p:nvSpPr>
        <p:spPr>
          <a:xfrm>
            <a:off x="10728767" y="4111481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7B0F20C-E259-248A-BE5E-3856E175BB53}"/>
              </a:ext>
            </a:extLst>
          </p:cNvPr>
          <p:cNvCxnSpPr>
            <a:stCxn id="27" idx="2"/>
          </p:cNvCxnSpPr>
          <p:nvPr/>
        </p:nvCxnSpPr>
        <p:spPr>
          <a:xfrm>
            <a:off x="10985162" y="3763442"/>
            <a:ext cx="2366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B70CAE17-951D-8F96-B30E-03292D358BEB}"/>
              </a:ext>
            </a:extLst>
          </p:cNvPr>
          <p:cNvCxnSpPr>
            <a:stCxn id="18" idx="2"/>
            <a:endCxn id="8" idx="0"/>
          </p:cNvCxnSpPr>
          <p:nvPr/>
        </p:nvCxnSpPr>
        <p:spPr>
          <a:xfrm>
            <a:off x="10302877" y="3972260"/>
            <a:ext cx="0" cy="2634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34FE010-8B5D-DF61-C2EB-ACC77CA9240B}"/>
              </a:ext>
            </a:extLst>
          </p:cNvPr>
          <p:cNvCxnSpPr>
            <a:stCxn id="8" idx="3"/>
          </p:cNvCxnSpPr>
          <p:nvPr/>
        </p:nvCxnSpPr>
        <p:spPr>
          <a:xfrm>
            <a:off x="11022206" y="4433898"/>
            <a:ext cx="1996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8FF1292-1B87-B6F4-AD35-1A48037DF6DE}"/>
              </a:ext>
            </a:extLst>
          </p:cNvPr>
          <p:cNvCxnSpPr>
            <a:stCxn id="8" idx="2"/>
          </p:cNvCxnSpPr>
          <p:nvPr/>
        </p:nvCxnSpPr>
        <p:spPr>
          <a:xfrm flipH="1">
            <a:off x="10302876" y="4632039"/>
            <a:ext cx="1" cy="412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1D0BEBE7-6F04-86AD-2A0A-362BD03818B4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12751586" y="4466577"/>
            <a:ext cx="238835" cy="183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07B9536A-5EEB-C217-9433-DB697372A691}"/>
              </a:ext>
            </a:extLst>
          </p:cNvPr>
          <p:cNvCxnSpPr>
            <a:endCxn id="20" idx="1"/>
          </p:cNvCxnSpPr>
          <p:nvPr/>
        </p:nvCxnSpPr>
        <p:spPr>
          <a:xfrm flipV="1">
            <a:off x="12751586" y="5680701"/>
            <a:ext cx="238834" cy="226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A8CE5CA-7375-BBA6-1275-8281C00501B6}"/>
              </a:ext>
            </a:extLst>
          </p:cNvPr>
          <p:cNvCxnSpPr>
            <a:stCxn id="22" idx="3"/>
            <a:endCxn id="24" idx="1"/>
          </p:cNvCxnSpPr>
          <p:nvPr/>
        </p:nvCxnSpPr>
        <p:spPr>
          <a:xfrm>
            <a:off x="6035702" y="5774572"/>
            <a:ext cx="184123" cy="10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870B4286-2393-7BC0-7682-BFF85BF6F8EA}"/>
              </a:ext>
            </a:extLst>
          </p:cNvPr>
          <p:cNvSpPr/>
          <p:nvPr/>
        </p:nvSpPr>
        <p:spPr>
          <a:xfrm>
            <a:off x="1230561" y="1076880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fopen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E206C52F-1261-CDA3-17A7-027DA28CE753}"/>
              </a:ext>
            </a:extLst>
          </p:cNvPr>
          <p:cNvSpPr/>
          <p:nvPr/>
        </p:nvSpPr>
        <p:spPr>
          <a:xfrm>
            <a:off x="1960060" y="793428"/>
            <a:ext cx="1343385" cy="91250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number of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elements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3" name="순서도: 처리 32">
            <a:extLst>
              <a:ext uri="{FF2B5EF4-FFF2-40B4-BE49-F238E27FC236}">
                <a16:creationId xmlns:a16="http://schemas.microsoft.com/office/drawing/2014/main" id="{A12FEF96-8B07-6989-E49F-E075E8E62408}"/>
              </a:ext>
            </a:extLst>
          </p:cNvPr>
          <p:cNvSpPr/>
          <p:nvPr/>
        </p:nvSpPr>
        <p:spPr>
          <a:xfrm>
            <a:off x="3969841" y="864438"/>
            <a:ext cx="1668960" cy="48763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r-&gt;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coef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, r-&gt;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expon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5" name="순서도: 처리 34">
            <a:extLst>
              <a:ext uri="{FF2B5EF4-FFF2-40B4-BE49-F238E27FC236}">
                <a16:creationId xmlns:a16="http://schemas.microsoft.com/office/drawing/2014/main" id="{DB233AE7-6339-D610-94CF-814E94FFBAFE}"/>
              </a:ext>
            </a:extLst>
          </p:cNvPr>
          <p:cNvSpPr/>
          <p:nvPr/>
        </p:nvSpPr>
        <p:spPr>
          <a:xfrm>
            <a:off x="6554157" y="1059607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F04944C6-7750-43EB-9DE8-4955971EB213}"/>
              </a:ext>
            </a:extLst>
          </p:cNvPr>
          <p:cNvCxnSpPr>
            <a:stCxn id="4" idx="3"/>
            <a:endCxn id="15" idx="1"/>
          </p:cNvCxnSpPr>
          <p:nvPr/>
        </p:nvCxnSpPr>
        <p:spPr>
          <a:xfrm>
            <a:off x="1136802" y="1242161"/>
            <a:ext cx="937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9FABD8D4-7C25-1CC7-89D6-17399192197B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>
            <a:off x="1894875" y="1242161"/>
            <a:ext cx="65185" cy="7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807335D8-9413-9AA4-9E90-3386BA8CC2F6}"/>
              </a:ext>
            </a:extLst>
          </p:cNvPr>
          <p:cNvCxnSpPr>
            <a:endCxn id="35" idx="1"/>
          </p:cNvCxnSpPr>
          <p:nvPr/>
        </p:nvCxnSpPr>
        <p:spPr>
          <a:xfrm>
            <a:off x="6212240" y="1224888"/>
            <a:ext cx="3419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E3FDCE0-3E59-535E-CF6B-3DC0E9CBCDB9}"/>
              </a:ext>
            </a:extLst>
          </p:cNvPr>
          <p:cNvCxnSpPr>
            <a:stCxn id="17" idx="3"/>
          </p:cNvCxnSpPr>
          <p:nvPr/>
        </p:nvCxnSpPr>
        <p:spPr>
          <a:xfrm>
            <a:off x="3303445" y="1249681"/>
            <a:ext cx="1069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순서도: 처리 1">
            <a:extLst>
              <a:ext uri="{FF2B5EF4-FFF2-40B4-BE49-F238E27FC236}">
                <a16:creationId xmlns:a16="http://schemas.microsoft.com/office/drawing/2014/main" id="{63AFCCCB-5EFC-B8A1-930C-902F0FF37C00}"/>
              </a:ext>
            </a:extLst>
          </p:cNvPr>
          <p:cNvSpPr/>
          <p:nvPr/>
        </p:nvSpPr>
        <p:spPr>
          <a:xfrm>
            <a:off x="3969841" y="1521911"/>
            <a:ext cx="1668960" cy="48763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 = r-&gt;link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03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17C224CD-E798-4CE7-9891-6BAC15C1189B}"/>
              </a:ext>
            </a:extLst>
          </p:cNvPr>
          <p:cNvSpPr/>
          <p:nvPr/>
        </p:nvSpPr>
        <p:spPr>
          <a:xfrm>
            <a:off x="245827" y="909566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EF8FB84-EB32-5699-2FAF-64B74271FB62}"/>
              </a:ext>
            </a:extLst>
          </p:cNvPr>
          <p:cNvCxnSpPr>
            <a:cxnSpLocks/>
          </p:cNvCxnSpPr>
          <p:nvPr/>
        </p:nvCxnSpPr>
        <p:spPr>
          <a:xfrm flipV="1">
            <a:off x="11371545" y="6044277"/>
            <a:ext cx="537633" cy="2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AED048B-BE55-8B79-9DFF-2D6770B185CE}"/>
              </a:ext>
            </a:extLst>
          </p:cNvPr>
          <p:cNvSpPr txBox="1"/>
          <p:nvPr/>
        </p:nvSpPr>
        <p:spPr>
          <a:xfrm>
            <a:off x="4814547" y="4748747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main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660BCE-C808-CE60-DE7B-625DE13E8FF6}"/>
              </a:ext>
            </a:extLst>
          </p:cNvPr>
          <p:cNvSpPr txBox="1"/>
          <p:nvPr/>
        </p:nvSpPr>
        <p:spPr>
          <a:xfrm>
            <a:off x="1642190" y="8339983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8F2C86-40F0-2E48-1A24-2A61DEB843A1}"/>
              </a:ext>
            </a:extLst>
          </p:cNvPr>
          <p:cNvSpPr txBox="1"/>
          <p:nvPr/>
        </p:nvSpPr>
        <p:spPr>
          <a:xfrm>
            <a:off x="772409" y="6503127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9AF6B0C4-A0D5-079B-068F-51241CBF9D21}"/>
              </a:ext>
            </a:extLst>
          </p:cNvPr>
          <p:cNvSpPr/>
          <p:nvPr/>
        </p:nvSpPr>
        <p:spPr>
          <a:xfrm>
            <a:off x="6434963" y="176697"/>
            <a:ext cx="2434400" cy="29843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elements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E96DC4C2-C896-C313-8373-D0C0F38DAF93}"/>
              </a:ext>
            </a:extLst>
          </p:cNvPr>
          <p:cNvSpPr/>
          <p:nvPr/>
        </p:nvSpPr>
        <p:spPr>
          <a:xfrm>
            <a:off x="6434963" y="475134"/>
            <a:ext cx="2434400" cy="137269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8" name="순서도: 판단 17">
            <a:extLst>
              <a:ext uri="{FF2B5EF4-FFF2-40B4-BE49-F238E27FC236}">
                <a16:creationId xmlns:a16="http://schemas.microsoft.com/office/drawing/2014/main" id="{9E430119-213D-AB9F-5B04-C4EE7115D76A}"/>
              </a:ext>
            </a:extLst>
          </p:cNvPr>
          <p:cNvSpPr/>
          <p:nvPr/>
        </p:nvSpPr>
        <p:spPr>
          <a:xfrm>
            <a:off x="9555910" y="5846136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 operand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50E29BE4-30C3-07C6-225A-EFAA22512C90}"/>
              </a:ext>
            </a:extLst>
          </p:cNvPr>
          <p:cNvSpPr/>
          <p:nvPr/>
        </p:nvSpPr>
        <p:spPr>
          <a:xfrm>
            <a:off x="11194219" y="5853693"/>
            <a:ext cx="1529730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operand and save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81A34B3F-B71C-995A-FDA1-E683A9C33CCD}"/>
              </a:ext>
            </a:extLst>
          </p:cNvPr>
          <p:cNvSpPr/>
          <p:nvPr/>
        </p:nvSpPr>
        <p:spPr>
          <a:xfrm>
            <a:off x="9555910" y="6505915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rparen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88229865-9D5C-7819-17DD-998382C56B9D}"/>
              </a:ext>
            </a:extLst>
          </p:cNvPr>
          <p:cNvSpPr/>
          <p:nvPr/>
        </p:nvSpPr>
        <p:spPr>
          <a:xfrm>
            <a:off x="11194219" y="6418307"/>
            <a:ext cx="1529730" cy="27105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stack’s top data isn’t </a:t>
            </a:r>
            <a:r>
              <a:rPr lang="en-US" altLang="ko-KR" sz="10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lapren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02F9C0F9-C507-7237-E61C-E577BEB96518}"/>
              </a:ext>
            </a:extLst>
          </p:cNvPr>
          <p:cNvSpPr/>
          <p:nvPr/>
        </p:nvSpPr>
        <p:spPr>
          <a:xfrm>
            <a:off x="11194219" y="6689359"/>
            <a:ext cx="1529730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" name="순서도: 처리 12">
            <a:extLst>
              <a:ext uri="{FF2B5EF4-FFF2-40B4-BE49-F238E27FC236}">
                <a16:creationId xmlns:a16="http://schemas.microsoft.com/office/drawing/2014/main" id="{40DC9902-F43E-2F33-E90B-590C316F87D6}"/>
              </a:ext>
            </a:extLst>
          </p:cNvPr>
          <p:cNvSpPr/>
          <p:nvPr/>
        </p:nvSpPr>
        <p:spPr>
          <a:xfrm>
            <a:off x="12962784" y="6505915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pop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516B2486-258F-8BBE-F58F-E20F1C20D385}"/>
              </a:ext>
            </a:extLst>
          </p:cNvPr>
          <p:cNvSpPr/>
          <p:nvPr/>
        </p:nvSpPr>
        <p:spPr>
          <a:xfrm>
            <a:off x="9841815" y="7314348"/>
            <a:ext cx="2882134" cy="53319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top stack’s data’s precedence is ge than incoming token’s precedence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9" name="순서도: 처리 18">
            <a:extLst>
              <a:ext uri="{FF2B5EF4-FFF2-40B4-BE49-F238E27FC236}">
                <a16:creationId xmlns:a16="http://schemas.microsoft.com/office/drawing/2014/main" id="{AC6B4265-1602-856A-1D6D-886CA62F8F96}"/>
              </a:ext>
            </a:extLst>
          </p:cNvPr>
          <p:cNvSpPr/>
          <p:nvPr/>
        </p:nvSpPr>
        <p:spPr>
          <a:xfrm>
            <a:off x="9841815" y="7827402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순서도: 처리 19">
            <a:extLst>
              <a:ext uri="{FF2B5EF4-FFF2-40B4-BE49-F238E27FC236}">
                <a16:creationId xmlns:a16="http://schemas.microsoft.com/office/drawing/2014/main" id="{06F55CD9-6639-35F7-E106-5B856EE4D2A4}"/>
              </a:ext>
            </a:extLst>
          </p:cNvPr>
          <p:cNvSpPr/>
          <p:nvPr/>
        </p:nvSpPr>
        <p:spPr>
          <a:xfrm>
            <a:off x="12962783" y="7720039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token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2" name="순서도: 처리 21">
            <a:extLst>
              <a:ext uri="{FF2B5EF4-FFF2-40B4-BE49-F238E27FC236}">
                <a16:creationId xmlns:a16="http://schemas.microsoft.com/office/drawing/2014/main" id="{1A40CEA9-EF81-18B3-37DD-4731D33950E1}"/>
              </a:ext>
            </a:extLst>
          </p:cNvPr>
          <p:cNvSpPr/>
          <p:nvPr/>
        </p:nvSpPr>
        <p:spPr>
          <a:xfrm>
            <a:off x="3122076" y="7813911"/>
            <a:ext cx="2885989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while popped data != eos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23" name="순서도: 처리 22">
            <a:extLst>
              <a:ext uri="{FF2B5EF4-FFF2-40B4-BE49-F238E27FC236}">
                <a16:creationId xmlns:a16="http://schemas.microsoft.com/office/drawing/2014/main" id="{81B42708-3941-F65E-A746-9B4A762D72E2}"/>
              </a:ext>
            </a:extLst>
          </p:cNvPr>
          <p:cNvSpPr/>
          <p:nvPr/>
        </p:nvSpPr>
        <p:spPr>
          <a:xfrm>
            <a:off x="3122074" y="8264713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4" name="순서도: 종속 처리 23">
            <a:extLst>
              <a:ext uri="{FF2B5EF4-FFF2-40B4-BE49-F238E27FC236}">
                <a16:creationId xmlns:a16="http://schemas.microsoft.com/office/drawing/2014/main" id="{304C0047-B243-FD7F-A6BB-AB51931915FD}"/>
              </a:ext>
            </a:extLst>
          </p:cNvPr>
          <p:cNvSpPr/>
          <p:nvPr/>
        </p:nvSpPr>
        <p:spPr>
          <a:xfrm>
            <a:off x="6192188" y="7823718"/>
            <a:ext cx="2132509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eval(postexpr)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57ED43-8F4E-0150-98DA-4236FA971FAD}"/>
              </a:ext>
            </a:extLst>
          </p:cNvPr>
          <p:cNvSpPr txBox="1"/>
          <p:nvPr/>
        </p:nvSpPr>
        <p:spPr>
          <a:xfrm>
            <a:off x="9692352" y="6204773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FFA589-E2CD-773E-CC6B-02D219F29D6B}"/>
              </a:ext>
            </a:extLst>
          </p:cNvPr>
          <p:cNvSpPr txBox="1"/>
          <p:nvPr/>
        </p:nvSpPr>
        <p:spPr>
          <a:xfrm>
            <a:off x="9692352" y="6902197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A9A6F7-EB5C-77AB-E0D2-9272F8D6F81B}"/>
              </a:ext>
            </a:extLst>
          </p:cNvPr>
          <p:cNvSpPr txBox="1"/>
          <p:nvPr/>
        </p:nvSpPr>
        <p:spPr>
          <a:xfrm>
            <a:off x="10708899" y="5725823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868ED5-0D21-9A6D-E639-8ADF1436EBBE}"/>
              </a:ext>
            </a:extLst>
          </p:cNvPr>
          <p:cNvSpPr txBox="1"/>
          <p:nvPr/>
        </p:nvSpPr>
        <p:spPr>
          <a:xfrm>
            <a:off x="10701130" y="6381639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7B0F20C-E259-248A-BE5E-3856E175BB53}"/>
              </a:ext>
            </a:extLst>
          </p:cNvPr>
          <p:cNvCxnSpPr>
            <a:stCxn id="27" idx="2"/>
          </p:cNvCxnSpPr>
          <p:nvPr/>
        </p:nvCxnSpPr>
        <p:spPr>
          <a:xfrm>
            <a:off x="10957525" y="6033600"/>
            <a:ext cx="2366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B70CAE17-951D-8F96-B30E-03292D358BEB}"/>
              </a:ext>
            </a:extLst>
          </p:cNvPr>
          <p:cNvCxnSpPr>
            <a:stCxn id="18" idx="2"/>
            <a:endCxn id="8" idx="0"/>
          </p:cNvCxnSpPr>
          <p:nvPr/>
        </p:nvCxnSpPr>
        <p:spPr>
          <a:xfrm>
            <a:off x="10275240" y="6242418"/>
            <a:ext cx="0" cy="2634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34FE010-8B5D-DF61-C2EB-ACC77CA9240B}"/>
              </a:ext>
            </a:extLst>
          </p:cNvPr>
          <p:cNvCxnSpPr>
            <a:stCxn id="8" idx="3"/>
          </p:cNvCxnSpPr>
          <p:nvPr/>
        </p:nvCxnSpPr>
        <p:spPr>
          <a:xfrm>
            <a:off x="10994569" y="6704056"/>
            <a:ext cx="1996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8FF1292-1B87-B6F4-AD35-1A48037DF6DE}"/>
              </a:ext>
            </a:extLst>
          </p:cNvPr>
          <p:cNvCxnSpPr>
            <a:stCxn id="8" idx="2"/>
          </p:cNvCxnSpPr>
          <p:nvPr/>
        </p:nvCxnSpPr>
        <p:spPr>
          <a:xfrm flipH="1">
            <a:off x="10275239" y="6902197"/>
            <a:ext cx="1" cy="412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1D0BEBE7-6F04-86AD-2A0A-362BD03818B4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12723949" y="6736735"/>
            <a:ext cx="238835" cy="183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07B9536A-5EEB-C217-9433-DB697372A691}"/>
              </a:ext>
            </a:extLst>
          </p:cNvPr>
          <p:cNvCxnSpPr>
            <a:endCxn id="20" idx="1"/>
          </p:cNvCxnSpPr>
          <p:nvPr/>
        </p:nvCxnSpPr>
        <p:spPr>
          <a:xfrm flipV="1">
            <a:off x="12723949" y="7950859"/>
            <a:ext cx="238834" cy="226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A8CE5CA-7375-BBA6-1275-8281C00501B6}"/>
              </a:ext>
            </a:extLst>
          </p:cNvPr>
          <p:cNvCxnSpPr>
            <a:stCxn id="22" idx="3"/>
            <a:endCxn id="24" idx="1"/>
          </p:cNvCxnSpPr>
          <p:nvPr/>
        </p:nvCxnSpPr>
        <p:spPr>
          <a:xfrm>
            <a:off x="6008065" y="8044730"/>
            <a:ext cx="184123" cy="10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순서도: 처리 6">
            <a:extLst>
              <a:ext uri="{FF2B5EF4-FFF2-40B4-BE49-F238E27FC236}">
                <a16:creationId xmlns:a16="http://schemas.microsoft.com/office/drawing/2014/main" id="{C228AE12-BAEF-27B8-6319-DEA1B7313774}"/>
              </a:ext>
            </a:extLst>
          </p:cNvPr>
          <p:cNvSpPr/>
          <p:nvPr/>
        </p:nvSpPr>
        <p:spPr>
          <a:xfrm>
            <a:off x="5433067" y="5969127"/>
            <a:ext cx="4370938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for(temp = head-&gt;right; temp != head; temp-&gt;temp-&gt;right)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870B4286-2393-7BC0-7682-BFF85BF6F8EA}"/>
              </a:ext>
            </a:extLst>
          </p:cNvPr>
          <p:cNvSpPr/>
          <p:nvPr/>
        </p:nvSpPr>
        <p:spPr>
          <a:xfrm>
            <a:off x="4289495" y="886038"/>
            <a:ext cx="764185" cy="483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fopen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a.txt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E206C52F-1261-CDA3-17A7-027DA28CE753}"/>
              </a:ext>
            </a:extLst>
          </p:cNvPr>
          <p:cNvSpPr/>
          <p:nvPr/>
        </p:nvSpPr>
        <p:spPr>
          <a:xfrm>
            <a:off x="5521812" y="6691079"/>
            <a:ext cx="1343385" cy="91250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colnums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termnums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9" name="순서도: 처리 28">
            <a:extLst>
              <a:ext uri="{FF2B5EF4-FFF2-40B4-BE49-F238E27FC236}">
                <a16:creationId xmlns:a16="http://schemas.microsoft.com/office/drawing/2014/main" id="{39C9B09F-DF8C-DCB1-CA1E-321235A933BC}"/>
              </a:ext>
            </a:extLst>
          </p:cNvPr>
          <p:cNvSpPr/>
          <p:nvPr/>
        </p:nvSpPr>
        <p:spPr>
          <a:xfrm>
            <a:off x="4808231" y="5812071"/>
            <a:ext cx="4370938" cy="5922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1" name="순서도: 처리 30">
            <a:extLst>
              <a:ext uri="{FF2B5EF4-FFF2-40B4-BE49-F238E27FC236}">
                <a16:creationId xmlns:a16="http://schemas.microsoft.com/office/drawing/2014/main" id="{728A0407-9080-628C-106B-643CC8533BA3}"/>
              </a:ext>
            </a:extLst>
          </p:cNvPr>
          <p:cNvSpPr/>
          <p:nvPr/>
        </p:nvSpPr>
        <p:spPr>
          <a:xfrm>
            <a:off x="1623320" y="6576542"/>
            <a:ext cx="3378423" cy="43246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rownums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colnums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termnums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from temp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3" name="순서도: 처리 32">
            <a:extLst>
              <a:ext uri="{FF2B5EF4-FFF2-40B4-BE49-F238E27FC236}">
                <a16:creationId xmlns:a16="http://schemas.microsoft.com/office/drawing/2014/main" id="{A12FEF96-8B07-6989-E49F-E075E8E62408}"/>
              </a:ext>
            </a:extLst>
          </p:cNvPr>
          <p:cNvSpPr/>
          <p:nvPr/>
        </p:nvSpPr>
        <p:spPr>
          <a:xfrm>
            <a:off x="1623320" y="7157466"/>
            <a:ext cx="3378423" cy="30147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 = head-&gt;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u.next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5" name="순서도: 처리 34">
            <a:extLst>
              <a:ext uri="{FF2B5EF4-FFF2-40B4-BE49-F238E27FC236}">
                <a16:creationId xmlns:a16="http://schemas.microsoft.com/office/drawing/2014/main" id="{DB233AE7-6339-D610-94CF-814E94FFBAFE}"/>
              </a:ext>
            </a:extLst>
          </p:cNvPr>
          <p:cNvSpPr/>
          <p:nvPr/>
        </p:nvSpPr>
        <p:spPr>
          <a:xfrm>
            <a:off x="9179169" y="819046"/>
            <a:ext cx="776561" cy="56533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a.txt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9FABD8D4-7C25-1CC7-89D6-17399192197B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5456627" y="7139812"/>
            <a:ext cx="65185" cy="7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순서도: 처리 8">
            <a:extLst>
              <a:ext uri="{FF2B5EF4-FFF2-40B4-BE49-F238E27FC236}">
                <a16:creationId xmlns:a16="http://schemas.microsoft.com/office/drawing/2014/main" id="{D1E6C544-5667-6CF9-A73E-A8C54ABDB187}"/>
              </a:ext>
            </a:extLst>
          </p:cNvPr>
          <p:cNvSpPr/>
          <p:nvPr/>
        </p:nvSpPr>
        <p:spPr>
          <a:xfrm>
            <a:off x="1419177" y="887764"/>
            <a:ext cx="1648577" cy="483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init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poly_pointer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a, arear, b,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brear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, d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1" name="순서도: 처리 20">
            <a:extLst>
              <a:ext uri="{FF2B5EF4-FFF2-40B4-BE49-F238E27FC236}">
                <a16:creationId xmlns:a16="http://schemas.microsoft.com/office/drawing/2014/main" id="{D0F15BBB-D23C-E275-5BB1-6206DCAFDFF1}"/>
              </a:ext>
            </a:extLst>
          </p:cNvPr>
          <p:cNvSpPr/>
          <p:nvPr/>
        </p:nvSpPr>
        <p:spPr>
          <a:xfrm>
            <a:off x="3207565" y="887764"/>
            <a:ext cx="954011" cy="483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 = arear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9" name="순서도: 처리 38">
            <a:extLst>
              <a:ext uri="{FF2B5EF4-FFF2-40B4-BE49-F238E27FC236}">
                <a16:creationId xmlns:a16="http://schemas.microsoft.com/office/drawing/2014/main" id="{E9DD23DE-1A65-DF1B-96A0-71AF5E4DA8CE}"/>
              </a:ext>
            </a:extLst>
          </p:cNvPr>
          <p:cNvSpPr/>
          <p:nvPr/>
        </p:nvSpPr>
        <p:spPr>
          <a:xfrm>
            <a:off x="5181599" y="825693"/>
            <a:ext cx="1038226" cy="60350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fscanf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number of element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3" name="순서도: 처리 42">
            <a:extLst>
              <a:ext uri="{FF2B5EF4-FFF2-40B4-BE49-F238E27FC236}">
                <a16:creationId xmlns:a16="http://schemas.microsoft.com/office/drawing/2014/main" id="{31A1E62D-13EC-6C07-20C9-5C04A584F9CA}"/>
              </a:ext>
            </a:extLst>
          </p:cNvPr>
          <p:cNvSpPr/>
          <p:nvPr/>
        </p:nvSpPr>
        <p:spPr>
          <a:xfrm>
            <a:off x="2949326" y="5720903"/>
            <a:ext cx="954011" cy="483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 =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brear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4" name="순서도: 처리 43">
            <a:extLst>
              <a:ext uri="{FF2B5EF4-FFF2-40B4-BE49-F238E27FC236}">
                <a16:creationId xmlns:a16="http://schemas.microsoft.com/office/drawing/2014/main" id="{18ED4F92-2DF0-A9E2-0EB0-C2FF5906BE9D}"/>
              </a:ext>
            </a:extLst>
          </p:cNvPr>
          <p:cNvSpPr/>
          <p:nvPr/>
        </p:nvSpPr>
        <p:spPr>
          <a:xfrm>
            <a:off x="7133050" y="617842"/>
            <a:ext cx="1038226" cy="483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fscanf</a:t>
            </a: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cof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, exp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7" name="순서도: 종속 처리 46">
            <a:extLst>
              <a:ext uri="{FF2B5EF4-FFF2-40B4-BE49-F238E27FC236}">
                <a16:creationId xmlns:a16="http://schemas.microsoft.com/office/drawing/2014/main" id="{EE5B1C03-531F-F0D1-8C1E-FA472DD87B7F}"/>
              </a:ext>
            </a:extLst>
          </p:cNvPr>
          <p:cNvSpPr/>
          <p:nvPr/>
        </p:nvSpPr>
        <p:spPr>
          <a:xfrm>
            <a:off x="6666658" y="1244420"/>
            <a:ext cx="2016858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attach() </a:t>
            </a: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coef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, exp at arear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8" name="순서도: 처리 47">
            <a:extLst>
              <a:ext uri="{FF2B5EF4-FFF2-40B4-BE49-F238E27FC236}">
                <a16:creationId xmlns:a16="http://schemas.microsoft.com/office/drawing/2014/main" id="{99475D8B-B2E7-5BA4-C587-7ADCB6A5842D}"/>
              </a:ext>
            </a:extLst>
          </p:cNvPr>
          <p:cNvSpPr/>
          <p:nvPr/>
        </p:nvSpPr>
        <p:spPr>
          <a:xfrm>
            <a:off x="6434963" y="2112023"/>
            <a:ext cx="2434400" cy="29843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elements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9" name="순서도: 처리 48">
            <a:extLst>
              <a:ext uri="{FF2B5EF4-FFF2-40B4-BE49-F238E27FC236}">
                <a16:creationId xmlns:a16="http://schemas.microsoft.com/office/drawing/2014/main" id="{E5905821-74E5-8EE3-1462-2E0178885ACC}"/>
              </a:ext>
            </a:extLst>
          </p:cNvPr>
          <p:cNvSpPr/>
          <p:nvPr/>
        </p:nvSpPr>
        <p:spPr>
          <a:xfrm>
            <a:off x="6434963" y="2410460"/>
            <a:ext cx="2434400" cy="137612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1" name="순서도: 처리 50">
            <a:extLst>
              <a:ext uri="{FF2B5EF4-FFF2-40B4-BE49-F238E27FC236}">
                <a16:creationId xmlns:a16="http://schemas.microsoft.com/office/drawing/2014/main" id="{9DDA5D8B-2120-B0D9-5728-A3517B7CF53D}"/>
              </a:ext>
            </a:extLst>
          </p:cNvPr>
          <p:cNvSpPr/>
          <p:nvPr/>
        </p:nvSpPr>
        <p:spPr>
          <a:xfrm>
            <a:off x="4289495" y="2821364"/>
            <a:ext cx="764185" cy="483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fopen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b.txt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3" name="순서도: 처리 52">
            <a:extLst>
              <a:ext uri="{FF2B5EF4-FFF2-40B4-BE49-F238E27FC236}">
                <a16:creationId xmlns:a16="http://schemas.microsoft.com/office/drawing/2014/main" id="{F06AB4F7-BBFE-F48C-CE7D-66BC82E59D8D}"/>
              </a:ext>
            </a:extLst>
          </p:cNvPr>
          <p:cNvSpPr/>
          <p:nvPr/>
        </p:nvSpPr>
        <p:spPr>
          <a:xfrm>
            <a:off x="9179169" y="2754372"/>
            <a:ext cx="776561" cy="56533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b.txt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4" name="순서도: 처리 53">
            <a:extLst>
              <a:ext uri="{FF2B5EF4-FFF2-40B4-BE49-F238E27FC236}">
                <a16:creationId xmlns:a16="http://schemas.microsoft.com/office/drawing/2014/main" id="{F76042AB-91BE-35F4-56FB-ED41D1021668}"/>
              </a:ext>
            </a:extLst>
          </p:cNvPr>
          <p:cNvSpPr/>
          <p:nvPr/>
        </p:nvSpPr>
        <p:spPr>
          <a:xfrm>
            <a:off x="3207565" y="2823090"/>
            <a:ext cx="954011" cy="483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 =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brear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5" name="순서도: 처리 54">
            <a:extLst>
              <a:ext uri="{FF2B5EF4-FFF2-40B4-BE49-F238E27FC236}">
                <a16:creationId xmlns:a16="http://schemas.microsoft.com/office/drawing/2014/main" id="{DD927081-298C-3A73-494C-101F21C339DC}"/>
              </a:ext>
            </a:extLst>
          </p:cNvPr>
          <p:cNvSpPr/>
          <p:nvPr/>
        </p:nvSpPr>
        <p:spPr>
          <a:xfrm>
            <a:off x="5181599" y="2761019"/>
            <a:ext cx="1038226" cy="60350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fscanf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number of element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6" name="순서도: 처리 55">
            <a:extLst>
              <a:ext uri="{FF2B5EF4-FFF2-40B4-BE49-F238E27FC236}">
                <a16:creationId xmlns:a16="http://schemas.microsoft.com/office/drawing/2014/main" id="{58EC9899-9613-B5B0-7C17-431DD54B6AEE}"/>
              </a:ext>
            </a:extLst>
          </p:cNvPr>
          <p:cNvSpPr/>
          <p:nvPr/>
        </p:nvSpPr>
        <p:spPr>
          <a:xfrm>
            <a:off x="7133050" y="2553168"/>
            <a:ext cx="1038226" cy="483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fscanf</a:t>
            </a: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cof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, exp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7" name="순서도: 종속 처리 56">
            <a:extLst>
              <a:ext uri="{FF2B5EF4-FFF2-40B4-BE49-F238E27FC236}">
                <a16:creationId xmlns:a16="http://schemas.microsoft.com/office/drawing/2014/main" id="{964E7D75-719C-2740-2B73-B2E8601BC043}"/>
              </a:ext>
            </a:extLst>
          </p:cNvPr>
          <p:cNvSpPr/>
          <p:nvPr/>
        </p:nvSpPr>
        <p:spPr>
          <a:xfrm>
            <a:off x="6666658" y="3179746"/>
            <a:ext cx="2016858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attach() </a:t>
            </a: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coef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, exp at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brear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8" name="순서도: 종속 처리 57">
            <a:extLst>
              <a:ext uri="{FF2B5EF4-FFF2-40B4-BE49-F238E27FC236}">
                <a16:creationId xmlns:a16="http://schemas.microsoft.com/office/drawing/2014/main" id="{1DDC1142-F943-D5D0-9542-B4E5209DCB74}"/>
              </a:ext>
            </a:extLst>
          </p:cNvPr>
          <p:cNvSpPr/>
          <p:nvPr/>
        </p:nvSpPr>
        <p:spPr>
          <a:xfrm>
            <a:off x="3153147" y="4205950"/>
            <a:ext cx="2016858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 =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pmult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a,b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</a:t>
            </a: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pwrite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(d)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60" name="연결선: 꺾임 59">
            <a:extLst>
              <a:ext uri="{FF2B5EF4-FFF2-40B4-BE49-F238E27FC236}">
                <a16:creationId xmlns:a16="http://schemas.microsoft.com/office/drawing/2014/main" id="{0FF1F1B6-C910-EBCE-C5D9-A47F7C1D526B}"/>
              </a:ext>
            </a:extLst>
          </p:cNvPr>
          <p:cNvCxnSpPr>
            <a:stCxn id="35" idx="3"/>
          </p:cNvCxnSpPr>
          <p:nvPr/>
        </p:nvCxnSpPr>
        <p:spPr>
          <a:xfrm flipH="1">
            <a:off x="2949326" y="1101712"/>
            <a:ext cx="7006404" cy="879488"/>
          </a:xfrm>
          <a:prstGeom prst="bentConnector3">
            <a:avLst>
              <a:gd name="adj1" fmla="val -326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F2F6F138-7BDA-1E7C-4110-FF1287B6F8F2}"/>
              </a:ext>
            </a:extLst>
          </p:cNvPr>
          <p:cNvCxnSpPr/>
          <p:nvPr/>
        </p:nvCxnSpPr>
        <p:spPr>
          <a:xfrm flipH="1">
            <a:off x="2931761" y="3044701"/>
            <a:ext cx="7006404" cy="879488"/>
          </a:xfrm>
          <a:prstGeom prst="bentConnector3">
            <a:avLst>
              <a:gd name="adj1" fmla="val -326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3D923290-AF2A-DDB4-0898-54A6227FB124}"/>
              </a:ext>
            </a:extLst>
          </p:cNvPr>
          <p:cNvCxnSpPr>
            <a:stCxn id="4" idx="3"/>
            <a:endCxn id="9" idx="1"/>
          </p:cNvCxnSpPr>
          <p:nvPr/>
        </p:nvCxnSpPr>
        <p:spPr>
          <a:xfrm>
            <a:off x="1194094" y="1129699"/>
            <a:ext cx="2250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9A59000A-7362-9D57-BF91-2664C0E08454}"/>
              </a:ext>
            </a:extLst>
          </p:cNvPr>
          <p:cNvCxnSpPr>
            <a:stCxn id="9" idx="3"/>
            <a:endCxn id="21" idx="1"/>
          </p:cNvCxnSpPr>
          <p:nvPr/>
        </p:nvCxnSpPr>
        <p:spPr>
          <a:xfrm>
            <a:off x="3067754" y="1129699"/>
            <a:ext cx="1398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0264C7E6-E412-DE81-2BBB-9587741B89BC}"/>
              </a:ext>
            </a:extLst>
          </p:cNvPr>
          <p:cNvCxnSpPr>
            <a:stCxn id="21" idx="3"/>
            <a:endCxn id="15" idx="1"/>
          </p:cNvCxnSpPr>
          <p:nvPr/>
        </p:nvCxnSpPr>
        <p:spPr>
          <a:xfrm flipV="1">
            <a:off x="4161576" y="1127973"/>
            <a:ext cx="127919" cy="1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5B1334E2-7DB9-94A8-CD58-24FA27FC4EB4}"/>
              </a:ext>
            </a:extLst>
          </p:cNvPr>
          <p:cNvCxnSpPr>
            <a:stCxn id="15" idx="3"/>
            <a:endCxn id="39" idx="1"/>
          </p:cNvCxnSpPr>
          <p:nvPr/>
        </p:nvCxnSpPr>
        <p:spPr>
          <a:xfrm flipV="1">
            <a:off x="5053680" y="1127443"/>
            <a:ext cx="127919" cy="5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3AE1A296-4715-47F7-A099-1588A459AFE8}"/>
              </a:ext>
            </a:extLst>
          </p:cNvPr>
          <p:cNvCxnSpPr>
            <a:stCxn id="39" idx="3"/>
            <a:endCxn id="5" idx="1"/>
          </p:cNvCxnSpPr>
          <p:nvPr/>
        </p:nvCxnSpPr>
        <p:spPr>
          <a:xfrm>
            <a:off x="6219825" y="1127443"/>
            <a:ext cx="215138" cy="340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31F6E96D-ACA3-9576-6C7E-C7E7DD89DC97}"/>
              </a:ext>
            </a:extLst>
          </p:cNvPr>
          <p:cNvCxnSpPr>
            <a:stCxn id="5" idx="3"/>
            <a:endCxn id="35" idx="1"/>
          </p:cNvCxnSpPr>
          <p:nvPr/>
        </p:nvCxnSpPr>
        <p:spPr>
          <a:xfrm flipV="1">
            <a:off x="8869363" y="1101712"/>
            <a:ext cx="309806" cy="597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067E1BDF-1A29-1B8A-F223-C44E3367BC76}"/>
              </a:ext>
            </a:extLst>
          </p:cNvPr>
          <p:cNvCxnSpPr>
            <a:stCxn id="54" idx="3"/>
            <a:endCxn id="51" idx="1"/>
          </p:cNvCxnSpPr>
          <p:nvPr/>
        </p:nvCxnSpPr>
        <p:spPr>
          <a:xfrm flipV="1">
            <a:off x="4161576" y="3063299"/>
            <a:ext cx="127919" cy="1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7DA8B8B0-130D-332E-E956-4875CACE55EB}"/>
              </a:ext>
            </a:extLst>
          </p:cNvPr>
          <p:cNvCxnSpPr>
            <a:stCxn id="44" idx="2"/>
            <a:endCxn id="47" idx="0"/>
          </p:cNvCxnSpPr>
          <p:nvPr/>
        </p:nvCxnSpPr>
        <p:spPr>
          <a:xfrm>
            <a:off x="7652163" y="1101712"/>
            <a:ext cx="22924" cy="142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9153B424-04D4-38B0-3B4E-528057590F07}"/>
              </a:ext>
            </a:extLst>
          </p:cNvPr>
          <p:cNvCxnSpPr>
            <a:stCxn id="51" idx="3"/>
            <a:endCxn id="55" idx="1"/>
          </p:cNvCxnSpPr>
          <p:nvPr/>
        </p:nvCxnSpPr>
        <p:spPr>
          <a:xfrm flipV="1">
            <a:off x="5053680" y="3062769"/>
            <a:ext cx="127919" cy="5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954F2842-D00D-40C8-5FE7-B6ECA9758C86}"/>
              </a:ext>
            </a:extLst>
          </p:cNvPr>
          <p:cNvCxnSpPr>
            <a:stCxn id="55" idx="3"/>
            <a:endCxn id="49" idx="1"/>
          </p:cNvCxnSpPr>
          <p:nvPr/>
        </p:nvCxnSpPr>
        <p:spPr>
          <a:xfrm>
            <a:off x="6219825" y="3062769"/>
            <a:ext cx="215138" cy="357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660E5388-CA7C-A8CF-10DF-52FC3B16B985}"/>
              </a:ext>
            </a:extLst>
          </p:cNvPr>
          <p:cNvCxnSpPr>
            <a:stCxn id="56" idx="2"/>
            <a:endCxn id="57" idx="0"/>
          </p:cNvCxnSpPr>
          <p:nvPr/>
        </p:nvCxnSpPr>
        <p:spPr>
          <a:xfrm>
            <a:off x="7652163" y="3037038"/>
            <a:ext cx="22924" cy="142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5FD2782F-12E0-2550-9D8D-4A77D246DE48}"/>
              </a:ext>
            </a:extLst>
          </p:cNvPr>
          <p:cNvCxnSpPr>
            <a:stCxn id="49" idx="3"/>
            <a:endCxn id="53" idx="1"/>
          </p:cNvCxnSpPr>
          <p:nvPr/>
        </p:nvCxnSpPr>
        <p:spPr>
          <a:xfrm flipV="1">
            <a:off x="8869363" y="3037038"/>
            <a:ext cx="309806" cy="614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3BCBB7BD-F610-C35C-4896-DF21A52C1FB0}"/>
              </a:ext>
            </a:extLst>
          </p:cNvPr>
          <p:cNvCxnSpPr>
            <a:endCxn id="54" idx="1"/>
          </p:cNvCxnSpPr>
          <p:nvPr/>
        </p:nvCxnSpPr>
        <p:spPr>
          <a:xfrm rot="16200000" flipH="1">
            <a:off x="2536533" y="2393992"/>
            <a:ext cx="1083825" cy="25823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F5C55538-FDD1-F5FC-CC4A-80F52522FCAA}"/>
              </a:ext>
            </a:extLst>
          </p:cNvPr>
          <p:cNvCxnSpPr>
            <a:endCxn id="58" idx="1"/>
          </p:cNvCxnSpPr>
          <p:nvPr/>
        </p:nvCxnSpPr>
        <p:spPr>
          <a:xfrm rot="16200000" flipH="1">
            <a:off x="2803494" y="4087994"/>
            <a:ext cx="513459" cy="18584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310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447781-C19B-B6C8-35CB-597747B77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2927" y="2327091"/>
            <a:ext cx="7196090" cy="1325563"/>
          </a:xfrm>
        </p:spPr>
        <p:txBody>
          <a:bodyPr>
            <a:noAutofit/>
          </a:bodyPr>
          <a:lstStyle/>
          <a:p>
            <a:r>
              <a:rPr lang="en-US" altLang="ko-KR" sz="40000" dirty="0"/>
              <a:t>3</a:t>
            </a:r>
            <a:endParaRPr lang="ko-KR" altLang="en-US" sz="40000" dirty="0"/>
          </a:p>
        </p:txBody>
      </p:sp>
    </p:spTree>
    <p:extLst>
      <p:ext uri="{BB962C8B-B14F-4D97-AF65-F5344CB8AC3E}">
        <p14:creationId xmlns:p14="http://schemas.microsoft.com/office/powerpoint/2010/main" val="4152825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순서도: 처리 1">
            <a:extLst>
              <a:ext uri="{FF2B5EF4-FFF2-40B4-BE49-F238E27FC236}">
                <a16:creationId xmlns:a16="http://schemas.microsoft.com/office/drawing/2014/main" id="{59EB4062-031E-A548-CAF0-6201B07DE202}"/>
              </a:ext>
            </a:extLst>
          </p:cNvPr>
          <p:cNvSpPr/>
          <p:nvPr/>
        </p:nvSpPr>
        <p:spPr>
          <a:xfrm>
            <a:off x="227504" y="230939"/>
            <a:ext cx="2601421" cy="54845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int EXIT_ROW, EXIT_COL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66DF5416-EC87-D201-311D-B9E9DF117416}"/>
              </a:ext>
            </a:extLst>
          </p:cNvPr>
          <p:cNvSpPr/>
          <p:nvPr/>
        </p:nvSpPr>
        <p:spPr>
          <a:xfrm>
            <a:off x="10303598" y="1984046"/>
            <a:ext cx="1530275" cy="143827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entry_node{</a:t>
            </a:r>
            <a:b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</a:b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int row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int col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int value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처리 7">
            <a:extLst>
              <a:ext uri="{FF2B5EF4-FFF2-40B4-BE49-F238E27FC236}">
                <a16:creationId xmlns:a16="http://schemas.microsoft.com/office/drawing/2014/main" id="{846070D1-3B03-4934-4C4A-213AF68B76E1}"/>
              </a:ext>
            </a:extLst>
          </p:cNvPr>
          <p:cNvSpPr/>
          <p:nvPr/>
        </p:nvSpPr>
        <p:spPr>
          <a:xfrm>
            <a:off x="227505" y="945371"/>
            <a:ext cx="2001346" cy="143827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offsets{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short int vert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short int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horiz</a:t>
            </a:r>
            <a:endParaRPr lang="en-US" altLang="ko-KR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DA56DF7F-D8A4-110C-11F6-632F7A9F305A}"/>
              </a:ext>
            </a:extLst>
          </p:cNvPr>
          <p:cNvSpPr/>
          <p:nvPr/>
        </p:nvSpPr>
        <p:spPr>
          <a:xfrm>
            <a:off x="7405763" y="4087488"/>
            <a:ext cx="4786237" cy="136524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matrix_pointer new_node(){</a:t>
            </a:r>
            <a:b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</a:b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matrix_pointer newnode;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newnode = malloc(sizeof(matrix_node));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return newnode;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DD3CC3B2-1753-A3ED-9964-641A20CBD36C}"/>
              </a:ext>
            </a:extLst>
          </p:cNvPr>
          <p:cNvSpPr/>
          <p:nvPr/>
        </p:nvSpPr>
        <p:spPr>
          <a:xfrm>
            <a:off x="7988670" y="5740226"/>
            <a:ext cx="3845203" cy="74138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matrix_pointer hdnode [MAX_SIZE]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matrix_pointer hdnode_t [MAX_SIZE]</a:t>
            </a:r>
          </a:p>
        </p:txBody>
      </p: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AA12257F-C715-26BC-7CF2-8E6B6EC589FD}"/>
              </a:ext>
            </a:extLst>
          </p:cNvPr>
          <p:cNvSpPr/>
          <p:nvPr/>
        </p:nvSpPr>
        <p:spPr>
          <a:xfrm>
            <a:off x="7169273" y="1075930"/>
            <a:ext cx="3430096" cy="136524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int spop(stack* s) 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if stack is not empty{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top--; pop data;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}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F49A4465-11B4-DBC3-21C7-C2D68B1CB7D2}"/>
              </a:ext>
            </a:extLst>
          </p:cNvPr>
          <p:cNvSpPr/>
          <p:nvPr/>
        </p:nvSpPr>
        <p:spPr>
          <a:xfrm>
            <a:off x="7543367" y="2676557"/>
            <a:ext cx="4039034" cy="136524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precedence push(pstack* s)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if pstack is not empty{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top--; pop data;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}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" name="순서도: 처리 3">
            <a:extLst>
              <a:ext uri="{FF2B5EF4-FFF2-40B4-BE49-F238E27FC236}">
                <a16:creationId xmlns:a16="http://schemas.microsoft.com/office/drawing/2014/main" id="{19CABBEC-189C-7998-39CC-C55451C64CC9}"/>
              </a:ext>
            </a:extLst>
          </p:cNvPr>
          <p:cNvSpPr/>
          <p:nvPr/>
        </p:nvSpPr>
        <p:spPr>
          <a:xfrm>
            <a:off x="3213005" y="230939"/>
            <a:ext cx="2601421" cy="54845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mnode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*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node_pointer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;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28533810-3F9A-2BC0-33C9-F80EDF4AF5DD}"/>
              </a:ext>
            </a:extLst>
          </p:cNvPr>
          <p:cNvSpPr/>
          <p:nvPr/>
        </p:nvSpPr>
        <p:spPr>
          <a:xfrm>
            <a:off x="9113812" y="166130"/>
            <a:ext cx="1954923" cy="51070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MAX_SIZE = 50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46F0AC8F-DF02-FA74-DE33-062947D4B8A0}"/>
              </a:ext>
            </a:extLst>
          </p:cNvPr>
          <p:cNvSpPr/>
          <p:nvPr/>
        </p:nvSpPr>
        <p:spPr>
          <a:xfrm>
            <a:off x="3213004" y="2549624"/>
            <a:ext cx="2001346" cy="143827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element{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short int row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short int col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short int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dir</a:t>
            </a:r>
            <a:endParaRPr lang="en-US" altLang="ko-KR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" name="순서도: 처리 6">
            <a:extLst>
              <a:ext uri="{FF2B5EF4-FFF2-40B4-BE49-F238E27FC236}">
                <a16:creationId xmlns:a16="http://schemas.microsoft.com/office/drawing/2014/main" id="{8CDE4969-04DD-39D8-826F-979BC7EA4EF3}"/>
              </a:ext>
            </a:extLst>
          </p:cNvPr>
          <p:cNvSpPr/>
          <p:nvPr/>
        </p:nvSpPr>
        <p:spPr>
          <a:xfrm>
            <a:off x="3213004" y="945371"/>
            <a:ext cx="2730595" cy="143827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mnode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{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node_pointer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llink</a:t>
            </a:r>
            <a:endParaRPr lang="en-US" altLang="ko-KR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element item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node_pointer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rlink</a:t>
            </a:r>
            <a:endParaRPr lang="en-US" altLang="ko-KR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" name="순서도: 처리 8">
            <a:extLst>
              <a:ext uri="{FF2B5EF4-FFF2-40B4-BE49-F238E27FC236}">
                <a16:creationId xmlns:a16="http://schemas.microsoft.com/office/drawing/2014/main" id="{563D37C2-372B-93F4-790F-6C2FB1C7B8B7}"/>
              </a:ext>
            </a:extLst>
          </p:cNvPr>
          <p:cNvSpPr/>
          <p:nvPr/>
        </p:nvSpPr>
        <p:spPr>
          <a:xfrm>
            <a:off x="227504" y="3216207"/>
            <a:ext cx="2001346" cy="77169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int maze[100][100]</a:t>
            </a:r>
          </a:p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int mark [100][100]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1" name="순서도: 처리 10">
            <a:extLst>
              <a:ext uri="{FF2B5EF4-FFF2-40B4-BE49-F238E27FC236}">
                <a16:creationId xmlns:a16="http://schemas.microsoft.com/office/drawing/2014/main" id="{0BFDB5DC-A63B-293F-45DF-B35BD69B3169}"/>
              </a:ext>
            </a:extLst>
          </p:cNvPr>
          <p:cNvSpPr/>
          <p:nvPr/>
        </p:nvSpPr>
        <p:spPr>
          <a:xfrm>
            <a:off x="227504" y="2544576"/>
            <a:ext cx="1788188" cy="51070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offsets move[8]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" name="순서도: 처리 12">
            <a:extLst>
              <a:ext uri="{FF2B5EF4-FFF2-40B4-BE49-F238E27FC236}">
                <a16:creationId xmlns:a16="http://schemas.microsoft.com/office/drawing/2014/main" id="{A7ED0775-0ECD-CB33-289C-A2B39FA68BDD}"/>
              </a:ext>
            </a:extLst>
          </p:cNvPr>
          <p:cNvSpPr/>
          <p:nvPr/>
        </p:nvSpPr>
        <p:spPr>
          <a:xfrm>
            <a:off x="227504" y="4170727"/>
            <a:ext cx="4786237" cy="136524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node_pointer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new_node(){</a:t>
            </a:r>
            <a:b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</a:b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node_pointer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newnode;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newnode = malloc(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sizeof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mnode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));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	return newnode;</a:t>
            </a:r>
          </a:p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}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4583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종속 처리 5">
            <a:extLst>
              <a:ext uri="{FF2B5EF4-FFF2-40B4-BE49-F238E27FC236}">
                <a16:creationId xmlns:a16="http://schemas.microsoft.com/office/drawing/2014/main" id="{4812518A-7A00-0665-08ED-2E28F605FF30}"/>
              </a:ext>
            </a:extLst>
          </p:cNvPr>
          <p:cNvSpPr/>
          <p:nvPr/>
        </p:nvSpPr>
        <p:spPr>
          <a:xfrm>
            <a:off x="8460312" y="5936143"/>
            <a:ext cx="2709271" cy="488683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*hdnode = mread();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" name="순서도: 수행의 시작/종료 6">
            <a:extLst>
              <a:ext uri="{FF2B5EF4-FFF2-40B4-BE49-F238E27FC236}">
                <a16:creationId xmlns:a16="http://schemas.microsoft.com/office/drawing/2014/main" id="{51C1B845-7B9F-55C1-DCE6-A55D5679001A}"/>
              </a:ext>
            </a:extLst>
          </p:cNvPr>
          <p:cNvSpPr/>
          <p:nvPr/>
        </p:nvSpPr>
        <p:spPr>
          <a:xfrm>
            <a:off x="9931961" y="5870697"/>
            <a:ext cx="838200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end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E74135-31DE-93A0-B4F6-127F6DC37A72}"/>
              </a:ext>
            </a:extLst>
          </p:cNvPr>
          <p:cNvSpPr txBox="1"/>
          <p:nvPr/>
        </p:nvSpPr>
        <p:spPr>
          <a:xfrm>
            <a:off x="820706" y="2379194"/>
            <a:ext cx="6896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dinsert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node_pointer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node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node_pointer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newnode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2" name="순서도: 종속 처리 11">
            <a:extLst>
              <a:ext uri="{FF2B5EF4-FFF2-40B4-BE49-F238E27FC236}">
                <a16:creationId xmlns:a16="http://schemas.microsoft.com/office/drawing/2014/main" id="{37E6048D-90D1-02D3-1F80-81F4ED0B3947}"/>
              </a:ext>
            </a:extLst>
          </p:cNvPr>
          <p:cNvSpPr/>
          <p:nvPr/>
        </p:nvSpPr>
        <p:spPr>
          <a:xfrm>
            <a:off x="8773117" y="4494379"/>
            <a:ext cx="3155888" cy="488683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*hdnode_t = mtranspose(*hdnode);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5" name="순서도: 종속 처리 14">
            <a:extLst>
              <a:ext uri="{FF2B5EF4-FFF2-40B4-BE49-F238E27FC236}">
                <a16:creationId xmlns:a16="http://schemas.microsoft.com/office/drawing/2014/main" id="{5FC326E2-9C21-5A16-3F70-F726951A214B}"/>
              </a:ext>
            </a:extLst>
          </p:cNvPr>
          <p:cNvSpPr/>
          <p:nvPr/>
        </p:nvSpPr>
        <p:spPr>
          <a:xfrm>
            <a:off x="8996427" y="5182538"/>
            <a:ext cx="2709271" cy="488683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mwrite(*hdnode_t)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63EFC35-6063-8886-8F30-507C155AD715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9814946" y="6424826"/>
            <a:ext cx="2" cy="199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9DFBC0D1-5BC2-E10A-CB82-970416CFBF88}"/>
              </a:ext>
            </a:extLst>
          </p:cNvPr>
          <p:cNvCxnSpPr>
            <a:stCxn id="12" idx="2"/>
            <a:endCxn id="15" idx="0"/>
          </p:cNvCxnSpPr>
          <p:nvPr/>
        </p:nvCxnSpPr>
        <p:spPr>
          <a:xfrm>
            <a:off x="10351061" y="4983062"/>
            <a:ext cx="2" cy="199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FDD11604-CCE1-A970-BC7E-9F3F53EC36F2}"/>
              </a:ext>
            </a:extLst>
          </p:cNvPr>
          <p:cNvCxnSpPr>
            <a:stCxn id="15" idx="2"/>
            <a:endCxn id="7" idx="0"/>
          </p:cNvCxnSpPr>
          <p:nvPr/>
        </p:nvCxnSpPr>
        <p:spPr>
          <a:xfrm flipH="1">
            <a:off x="10351061" y="5671221"/>
            <a:ext cx="2" cy="199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22D0F69F-202B-B213-10A5-09A8641306B0}"/>
              </a:ext>
            </a:extLst>
          </p:cNvPr>
          <p:cNvSpPr/>
          <p:nvPr/>
        </p:nvSpPr>
        <p:spPr>
          <a:xfrm>
            <a:off x="5084753" y="4962050"/>
            <a:ext cx="1773245" cy="488683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 a == b</a:t>
            </a:r>
            <a:endParaRPr lang="ko-KR" altLang="en-US" sz="16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" name="순서도: 판단 8">
            <a:extLst>
              <a:ext uri="{FF2B5EF4-FFF2-40B4-BE49-F238E27FC236}">
                <a16:creationId xmlns:a16="http://schemas.microsoft.com/office/drawing/2014/main" id="{4ECD0831-B67D-4FE8-A8A2-C9730CACA626}"/>
              </a:ext>
            </a:extLst>
          </p:cNvPr>
          <p:cNvSpPr/>
          <p:nvPr/>
        </p:nvSpPr>
        <p:spPr>
          <a:xfrm>
            <a:off x="5084752" y="5523947"/>
            <a:ext cx="1773245" cy="488683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 a &gt; b</a:t>
            </a:r>
            <a:endParaRPr lang="ko-KR" altLang="en-US" sz="16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1" name="순서도: 처리 10">
            <a:extLst>
              <a:ext uri="{FF2B5EF4-FFF2-40B4-BE49-F238E27FC236}">
                <a16:creationId xmlns:a16="http://schemas.microsoft.com/office/drawing/2014/main" id="{571878F7-1B6F-2134-C05A-642E7F57D3A5}"/>
              </a:ext>
            </a:extLst>
          </p:cNvPr>
          <p:cNvSpPr/>
          <p:nvPr/>
        </p:nvSpPr>
        <p:spPr>
          <a:xfrm>
            <a:off x="7096669" y="4427877"/>
            <a:ext cx="1437777" cy="425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 -1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" name="순서도: 처리 12">
            <a:extLst>
              <a:ext uri="{FF2B5EF4-FFF2-40B4-BE49-F238E27FC236}">
                <a16:creationId xmlns:a16="http://schemas.microsoft.com/office/drawing/2014/main" id="{19AD43B2-22CC-21E2-7301-A08172CCF72F}"/>
              </a:ext>
            </a:extLst>
          </p:cNvPr>
          <p:cNvSpPr/>
          <p:nvPr/>
        </p:nvSpPr>
        <p:spPr>
          <a:xfrm>
            <a:off x="7096669" y="4993669"/>
            <a:ext cx="1437777" cy="425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 0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355B47D0-78BA-B3AA-5A82-0B30D1C10907}"/>
              </a:ext>
            </a:extLst>
          </p:cNvPr>
          <p:cNvSpPr/>
          <p:nvPr/>
        </p:nvSpPr>
        <p:spPr>
          <a:xfrm>
            <a:off x="7096669" y="5555566"/>
            <a:ext cx="1437777" cy="425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 1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1D323082-A2F8-8A28-6E52-CEF275C50568}"/>
              </a:ext>
            </a:extLst>
          </p:cNvPr>
          <p:cNvCxnSpPr>
            <a:stCxn id="8" idx="2"/>
            <a:endCxn id="9" idx="0"/>
          </p:cNvCxnSpPr>
          <p:nvPr/>
        </p:nvCxnSpPr>
        <p:spPr>
          <a:xfrm flipH="1">
            <a:off x="5971375" y="5450733"/>
            <a:ext cx="1" cy="732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26783653-E470-2B10-FFD7-B927CD1BF90C}"/>
              </a:ext>
            </a:extLst>
          </p:cNvPr>
          <p:cNvCxnSpPr>
            <a:stCxn id="8" idx="3"/>
            <a:endCxn id="13" idx="1"/>
          </p:cNvCxnSpPr>
          <p:nvPr/>
        </p:nvCxnSpPr>
        <p:spPr>
          <a:xfrm flipV="1">
            <a:off x="6857998" y="5206391"/>
            <a:ext cx="23867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7364F086-00C1-6E7E-B3D2-536EE616A887}"/>
              </a:ext>
            </a:extLst>
          </p:cNvPr>
          <p:cNvCxnSpPr>
            <a:stCxn id="9" idx="3"/>
            <a:endCxn id="16" idx="1"/>
          </p:cNvCxnSpPr>
          <p:nvPr/>
        </p:nvCxnSpPr>
        <p:spPr>
          <a:xfrm flipV="1">
            <a:off x="6857997" y="5768288"/>
            <a:ext cx="23867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순서도: 처리 17">
            <a:extLst>
              <a:ext uri="{FF2B5EF4-FFF2-40B4-BE49-F238E27FC236}">
                <a16:creationId xmlns:a16="http://schemas.microsoft.com/office/drawing/2014/main" id="{C41BA4B3-465B-A565-E92B-590F12805B31}"/>
              </a:ext>
            </a:extLst>
          </p:cNvPr>
          <p:cNvSpPr/>
          <p:nvPr/>
        </p:nvSpPr>
        <p:spPr>
          <a:xfrm>
            <a:off x="2708557" y="1542475"/>
            <a:ext cx="3120742" cy="68120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node-&gt;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rlink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llink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newnode</a:t>
            </a:r>
          </a:p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node-&gt;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rlink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newnode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7" name="순서도: 처리 46">
            <a:extLst>
              <a:ext uri="{FF2B5EF4-FFF2-40B4-BE49-F238E27FC236}">
                <a16:creationId xmlns:a16="http://schemas.microsoft.com/office/drawing/2014/main" id="{EFF3B648-2935-ACD2-DC74-DB428B54B99C}"/>
              </a:ext>
            </a:extLst>
          </p:cNvPr>
          <p:cNvSpPr/>
          <p:nvPr/>
        </p:nvSpPr>
        <p:spPr>
          <a:xfrm>
            <a:off x="3938831" y="5146821"/>
            <a:ext cx="3378423" cy="30147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 = head-&gt;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u.next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2" name="순서도: 처리 51">
            <a:extLst>
              <a:ext uri="{FF2B5EF4-FFF2-40B4-BE49-F238E27FC236}">
                <a16:creationId xmlns:a16="http://schemas.microsoft.com/office/drawing/2014/main" id="{F175441A-E7F8-9FF8-1442-E01F7301B401}"/>
              </a:ext>
            </a:extLst>
          </p:cNvPr>
          <p:cNvSpPr/>
          <p:nvPr/>
        </p:nvSpPr>
        <p:spPr>
          <a:xfrm>
            <a:off x="4351025" y="4303864"/>
            <a:ext cx="3648196" cy="29370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for(b=b-&gt;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link;b;b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=b-&gt;link) (element of b)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3" name="순서도: 처리 52">
            <a:extLst>
              <a:ext uri="{FF2B5EF4-FFF2-40B4-BE49-F238E27FC236}">
                <a16:creationId xmlns:a16="http://schemas.microsoft.com/office/drawing/2014/main" id="{7FCA5D83-484B-B8E6-A64A-A69D28D24737}"/>
              </a:ext>
            </a:extLst>
          </p:cNvPr>
          <p:cNvSpPr/>
          <p:nvPr/>
        </p:nvSpPr>
        <p:spPr>
          <a:xfrm>
            <a:off x="4351024" y="4584267"/>
            <a:ext cx="3648196" cy="45719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4" name="순서도: 처리 53">
            <a:extLst>
              <a:ext uri="{FF2B5EF4-FFF2-40B4-BE49-F238E27FC236}">
                <a16:creationId xmlns:a16="http://schemas.microsoft.com/office/drawing/2014/main" id="{1CA567D9-634F-02C0-B720-B83E7A9E3F39}"/>
              </a:ext>
            </a:extLst>
          </p:cNvPr>
          <p:cNvSpPr/>
          <p:nvPr/>
        </p:nvSpPr>
        <p:spPr>
          <a:xfrm>
            <a:off x="4501692" y="4676206"/>
            <a:ext cx="3378423" cy="28708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add multiplied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coef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at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arr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[added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expon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순서도: 수행의 시작/종료 4">
            <a:extLst>
              <a:ext uri="{FF2B5EF4-FFF2-40B4-BE49-F238E27FC236}">
                <a16:creationId xmlns:a16="http://schemas.microsoft.com/office/drawing/2014/main" id="{E528C93C-CED4-B847-DEA7-9471177BE67B}"/>
              </a:ext>
            </a:extLst>
          </p:cNvPr>
          <p:cNvSpPr/>
          <p:nvPr/>
        </p:nvSpPr>
        <p:spPr>
          <a:xfrm>
            <a:off x="3794793" y="132765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AB11AEB8-A3E1-85A7-C582-C9654AF96108}"/>
              </a:ext>
            </a:extLst>
          </p:cNvPr>
          <p:cNvSpPr/>
          <p:nvPr/>
        </p:nvSpPr>
        <p:spPr>
          <a:xfrm>
            <a:off x="2708556" y="730548"/>
            <a:ext cx="3120743" cy="68120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newnode-&gt;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llink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node</a:t>
            </a:r>
          </a:p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newnode-&gt;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rlink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node-&gt;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rlink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9E6E319-5E27-9910-1C37-FAB6FC9177C1}"/>
              </a:ext>
            </a:extLst>
          </p:cNvPr>
          <p:cNvCxnSpPr>
            <a:stCxn id="5" idx="2"/>
            <a:endCxn id="10" idx="0"/>
          </p:cNvCxnSpPr>
          <p:nvPr/>
        </p:nvCxnSpPr>
        <p:spPr>
          <a:xfrm>
            <a:off x="4268927" y="573031"/>
            <a:ext cx="1" cy="1575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A8E6EA02-EA78-3137-E23F-1B1D537841EF}"/>
              </a:ext>
            </a:extLst>
          </p:cNvPr>
          <p:cNvCxnSpPr>
            <a:stCxn id="10" idx="2"/>
            <a:endCxn id="18" idx="0"/>
          </p:cNvCxnSpPr>
          <p:nvPr/>
        </p:nvCxnSpPr>
        <p:spPr>
          <a:xfrm>
            <a:off x="4268928" y="1411756"/>
            <a:ext cx="0" cy="1307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4429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종속 처리 5">
            <a:extLst>
              <a:ext uri="{FF2B5EF4-FFF2-40B4-BE49-F238E27FC236}">
                <a16:creationId xmlns:a16="http://schemas.microsoft.com/office/drawing/2014/main" id="{4812518A-7A00-0665-08ED-2E28F605FF30}"/>
              </a:ext>
            </a:extLst>
          </p:cNvPr>
          <p:cNvSpPr/>
          <p:nvPr/>
        </p:nvSpPr>
        <p:spPr>
          <a:xfrm>
            <a:off x="8955612" y="6533192"/>
            <a:ext cx="2709271" cy="488683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*hdnode = mread();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" name="순서도: 수행의 시작/종료 6">
            <a:extLst>
              <a:ext uri="{FF2B5EF4-FFF2-40B4-BE49-F238E27FC236}">
                <a16:creationId xmlns:a16="http://schemas.microsoft.com/office/drawing/2014/main" id="{51C1B845-7B9F-55C1-DCE6-A55D5679001A}"/>
              </a:ext>
            </a:extLst>
          </p:cNvPr>
          <p:cNvSpPr/>
          <p:nvPr/>
        </p:nvSpPr>
        <p:spPr>
          <a:xfrm>
            <a:off x="10427261" y="6467746"/>
            <a:ext cx="838200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end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E74135-31DE-93A0-B4F6-127F6DC37A72}"/>
              </a:ext>
            </a:extLst>
          </p:cNvPr>
          <p:cNvSpPr txBox="1"/>
          <p:nvPr/>
        </p:nvSpPr>
        <p:spPr>
          <a:xfrm>
            <a:off x="1630621" y="3593534"/>
            <a:ext cx="7023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element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ddelete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node_pointer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node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node_pointer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dnode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2" name="순서도: 종속 처리 11">
            <a:extLst>
              <a:ext uri="{FF2B5EF4-FFF2-40B4-BE49-F238E27FC236}">
                <a16:creationId xmlns:a16="http://schemas.microsoft.com/office/drawing/2014/main" id="{37E6048D-90D1-02D3-1F80-81F4ED0B3947}"/>
              </a:ext>
            </a:extLst>
          </p:cNvPr>
          <p:cNvSpPr/>
          <p:nvPr/>
        </p:nvSpPr>
        <p:spPr>
          <a:xfrm>
            <a:off x="9268417" y="5091428"/>
            <a:ext cx="3155888" cy="488683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*hdnode_t = mtranspose(*hdnode);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5" name="순서도: 종속 처리 14">
            <a:extLst>
              <a:ext uri="{FF2B5EF4-FFF2-40B4-BE49-F238E27FC236}">
                <a16:creationId xmlns:a16="http://schemas.microsoft.com/office/drawing/2014/main" id="{5FC326E2-9C21-5A16-3F70-F726951A214B}"/>
              </a:ext>
            </a:extLst>
          </p:cNvPr>
          <p:cNvSpPr/>
          <p:nvPr/>
        </p:nvSpPr>
        <p:spPr>
          <a:xfrm>
            <a:off x="9491727" y="5779587"/>
            <a:ext cx="2709271" cy="488683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mwrite(*hdnode_t)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63EFC35-6063-8886-8F30-507C155AD715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10310246" y="7021875"/>
            <a:ext cx="2" cy="199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9DFBC0D1-5BC2-E10A-CB82-970416CFBF88}"/>
              </a:ext>
            </a:extLst>
          </p:cNvPr>
          <p:cNvCxnSpPr>
            <a:stCxn id="12" idx="2"/>
            <a:endCxn id="15" idx="0"/>
          </p:cNvCxnSpPr>
          <p:nvPr/>
        </p:nvCxnSpPr>
        <p:spPr>
          <a:xfrm>
            <a:off x="10846361" y="5580111"/>
            <a:ext cx="2" cy="199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FDD11604-CCE1-A970-BC7E-9F3F53EC36F2}"/>
              </a:ext>
            </a:extLst>
          </p:cNvPr>
          <p:cNvCxnSpPr>
            <a:stCxn id="15" idx="2"/>
            <a:endCxn id="7" idx="0"/>
          </p:cNvCxnSpPr>
          <p:nvPr/>
        </p:nvCxnSpPr>
        <p:spPr>
          <a:xfrm flipH="1">
            <a:off x="10846361" y="6268270"/>
            <a:ext cx="2" cy="199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22D0F69F-202B-B213-10A5-09A8641306B0}"/>
              </a:ext>
            </a:extLst>
          </p:cNvPr>
          <p:cNvSpPr/>
          <p:nvPr/>
        </p:nvSpPr>
        <p:spPr>
          <a:xfrm>
            <a:off x="5580053" y="5559099"/>
            <a:ext cx="1773245" cy="488683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 a == b</a:t>
            </a:r>
            <a:endParaRPr lang="ko-KR" altLang="en-US" sz="16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" name="순서도: 판단 8">
            <a:extLst>
              <a:ext uri="{FF2B5EF4-FFF2-40B4-BE49-F238E27FC236}">
                <a16:creationId xmlns:a16="http://schemas.microsoft.com/office/drawing/2014/main" id="{4ECD0831-B67D-4FE8-A8A2-C9730CACA626}"/>
              </a:ext>
            </a:extLst>
          </p:cNvPr>
          <p:cNvSpPr/>
          <p:nvPr/>
        </p:nvSpPr>
        <p:spPr>
          <a:xfrm>
            <a:off x="5580052" y="6120996"/>
            <a:ext cx="1773245" cy="488683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 a &gt; b</a:t>
            </a:r>
            <a:endParaRPr lang="ko-KR" altLang="en-US" sz="16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1" name="순서도: 처리 10">
            <a:extLst>
              <a:ext uri="{FF2B5EF4-FFF2-40B4-BE49-F238E27FC236}">
                <a16:creationId xmlns:a16="http://schemas.microsoft.com/office/drawing/2014/main" id="{571878F7-1B6F-2134-C05A-642E7F57D3A5}"/>
              </a:ext>
            </a:extLst>
          </p:cNvPr>
          <p:cNvSpPr/>
          <p:nvPr/>
        </p:nvSpPr>
        <p:spPr>
          <a:xfrm>
            <a:off x="7591969" y="5024926"/>
            <a:ext cx="1437777" cy="425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 -1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" name="순서도: 처리 12">
            <a:extLst>
              <a:ext uri="{FF2B5EF4-FFF2-40B4-BE49-F238E27FC236}">
                <a16:creationId xmlns:a16="http://schemas.microsoft.com/office/drawing/2014/main" id="{19AD43B2-22CC-21E2-7301-A08172CCF72F}"/>
              </a:ext>
            </a:extLst>
          </p:cNvPr>
          <p:cNvSpPr/>
          <p:nvPr/>
        </p:nvSpPr>
        <p:spPr>
          <a:xfrm>
            <a:off x="7591969" y="5590718"/>
            <a:ext cx="1437777" cy="425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 0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355B47D0-78BA-B3AA-5A82-0B30D1C10907}"/>
              </a:ext>
            </a:extLst>
          </p:cNvPr>
          <p:cNvSpPr/>
          <p:nvPr/>
        </p:nvSpPr>
        <p:spPr>
          <a:xfrm>
            <a:off x="7591969" y="6152615"/>
            <a:ext cx="1437777" cy="425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 1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1D323082-A2F8-8A28-6E52-CEF275C50568}"/>
              </a:ext>
            </a:extLst>
          </p:cNvPr>
          <p:cNvCxnSpPr>
            <a:stCxn id="8" idx="2"/>
            <a:endCxn id="9" idx="0"/>
          </p:cNvCxnSpPr>
          <p:nvPr/>
        </p:nvCxnSpPr>
        <p:spPr>
          <a:xfrm flipH="1">
            <a:off x="6466675" y="6047782"/>
            <a:ext cx="1" cy="732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26783653-E470-2B10-FFD7-B927CD1BF90C}"/>
              </a:ext>
            </a:extLst>
          </p:cNvPr>
          <p:cNvCxnSpPr>
            <a:stCxn id="8" idx="3"/>
            <a:endCxn id="13" idx="1"/>
          </p:cNvCxnSpPr>
          <p:nvPr/>
        </p:nvCxnSpPr>
        <p:spPr>
          <a:xfrm flipV="1">
            <a:off x="7353298" y="5803440"/>
            <a:ext cx="23867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7364F086-00C1-6E7E-B3D2-536EE616A887}"/>
              </a:ext>
            </a:extLst>
          </p:cNvPr>
          <p:cNvCxnSpPr>
            <a:stCxn id="9" idx="3"/>
            <a:endCxn id="16" idx="1"/>
          </p:cNvCxnSpPr>
          <p:nvPr/>
        </p:nvCxnSpPr>
        <p:spPr>
          <a:xfrm flipV="1">
            <a:off x="7353297" y="6365337"/>
            <a:ext cx="23867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순서도: 처리 17">
            <a:extLst>
              <a:ext uri="{FF2B5EF4-FFF2-40B4-BE49-F238E27FC236}">
                <a16:creationId xmlns:a16="http://schemas.microsoft.com/office/drawing/2014/main" id="{C41BA4B3-465B-A565-E92B-590F12805B31}"/>
              </a:ext>
            </a:extLst>
          </p:cNvPr>
          <p:cNvSpPr/>
          <p:nvPr/>
        </p:nvSpPr>
        <p:spPr>
          <a:xfrm>
            <a:off x="2354894" y="2726470"/>
            <a:ext cx="3606518" cy="68120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dnode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llink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rlink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dnode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rlink</a:t>
            </a:r>
            <a:endParaRPr lang="en-US" altLang="ko-KR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dnode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rlink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llink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dnode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llink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7" name="순서도: 처리 46">
            <a:extLst>
              <a:ext uri="{FF2B5EF4-FFF2-40B4-BE49-F238E27FC236}">
                <a16:creationId xmlns:a16="http://schemas.microsoft.com/office/drawing/2014/main" id="{EFF3B648-2935-ACD2-DC74-DB428B54B99C}"/>
              </a:ext>
            </a:extLst>
          </p:cNvPr>
          <p:cNvSpPr/>
          <p:nvPr/>
        </p:nvSpPr>
        <p:spPr>
          <a:xfrm>
            <a:off x="4434131" y="5743870"/>
            <a:ext cx="3378423" cy="30147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 = head-&gt;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u.next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2" name="순서도: 처리 51">
            <a:extLst>
              <a:ext uri="{FF2B5EF4-FFF2-40B4-BE49-F238E27FC236}">
                <a16:creationId xmlns:a16="http://schemas.microsoft.com/office/drawing/2014/main" id="{F175441A-E7F8-9FF8-1442-E01F7301B401}"/>
              </a:ext>
            </a:extLst>
          </p:cNvPr>
          <p:cNvSpPr/>
          <p:nvPr/>
        </p:nvSpPr>
        <p:spPr>
          <a:xfrm>
            <a:off x="4846325" y="4900913"/>
            <a:ext cx="3648196" cy="29370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for(b=b-&gt;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link;b;b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=b-&gt;link) (element of b)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3" name="순서도: 처리 52">
            <a:extLst>
              <a:ext uri="{FF2B5EF4-FFF2-40B4-BE49-F238E27FC236}">
                <a16:creationId xmlns:a16="http://schemas.microsoft.com/office/drawing/2014/main" id="{7FCA5D83-484B-B8E6-A64A-A69D28D24737}"/>
              </a:ext>
            </a:extLst>
          </p:cNvPr>
          <p:cNvSpPr/>
          <p:nvPr/>
        </p:nvSpPr>
        <p:spPr>
          <a:xfrm>
            <a:off x="4846324" y="5181316"/>
            <a:ext cx="3648196" cy="45719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4" name="순서도: 처리 53">
            <a:extLst>
              <a:ext uri="{FF2B5EF4-FFF2-40B4-BE49-F238E27FC236}">
                <a16:creationId xmlns:a16="http://schemas.microsoft.com/office/drawing/2014/main" id="{1CA567D9-634F-02C0-B720-B83E7A9E3F39}"/>
              </a:ext>
            </a:extLst>
          </p:cNvPr>
          <p:cNvSpPr/>
          <p:nvPr/>
        </p:nvSpPr>
        <p:spPr>
          <a:xfrm>
            <a:off x="4996992" y="5273255"/>
            <a:ext cx="3378423" cy="28708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add multiplied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coef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at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arr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[added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expon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순서도: 수행의 시작/종료 4">
            <a:extLst>
              <a:ext uri="{FF2B5EF4-FFF2-40B4-BE49-F238E27FC236}">
                <a16:creationId xmlns:a16="http://schemas.microsoft.com/office/drawing/2014/main" id="{E528C93C-CED4-B847-DEA7-9471177BE67B}"/>
              </a:ext>
            </a:extLst>
          </p:cNvPr>
          <p:cNvSpPr/>
          <p:nvPr/>
        </p:nvSpPr>
        <p:spPr>
          <a:xfrm>
            <a:off x="3684021" y="39766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AB11AEB8-A3E1-85A7-C582-C9654AF96108}"/>
              </a:ext>
            </a:extLst>
          </p:cNvPr>
          <p:cNvSpPr/>
          <p:nvPr/>
        </p:nvSpPr>
        <p:spPr>
          <a:xfrm>
            <a:off x="2709136" y="606473"/>
            <a:ext cx="2898036" cy="68120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declare element temp</a:t>
            </a:r>
          </a:p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save </a:t>
            </a:r>
            <a:r>
              <a:rPr lang="en-US" altLang="ko-KR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dnode’s</a:t>
            </a:r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item at temp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" name="순서도: 판단 2">
            <a:extLst>
              <a:ext uri="{FF2B5EF4-FFF2-40B4-BE49-F238E27FC236}">
                <a16:creationId xmlns:a16="http://schemas.microsoft.com/office/drawing/2014/main" id="{29E68F33-4E6C-EFE8-B91F-C3EF07B05703}"/>
              </a:ext>
            </a:extLst>
          </p:cNvPr>
          <p:cNvSpPr/>
          <p:nvPr/>
        </p:nvSpPr>
        <p:spPr>
          <a:xfrm>
            <a:off x="3174148" y="1424399"/>
            <a:ext cx="1968011" cy="105242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trying to delete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headnode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" name="순서도: 처리 3">
            <a:extLst>
              <a:ext uri="{FF2B5EF4-FFF2-40B4-BE49-F238E27FC236}">
                <a16:creationId xmlns:a16="http://schemas.microsoft.com/office/drawing/2014/main" id="{FF76C697-1715-E10A-4169-CB84A93DAA0F}"/>
              </a:ext>
            </a:extLst>
          </p:cNvPr>
          <p:cNvSpPr/>
          <p:nvPr/>
        </p:nvSpPr>
        <p:spPr>
          <a:xfrm>
            <a:off x="5413193" y="1610006"/>
            <a:ext cx="1282034" cy="68120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error message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FE578746-CDA7-CAF4-2E93-96B5E867F6B1}"/>
              </a:ext>
            </a:extLst>
          </p:cNvPr>
          <p:cNvSpPr/>
          <p:nvPr/>
        </p:nvSpPr>
        <p:spPr>
          <a:xfrm>
            <a:off x="6230590" y="2732719"/>
            <a:ext cx="1437777" cy="68120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 temp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895D39-1A79-990E-F604-BDEED960785E}"/>
              </a:ext>
            </a:extLst>
          </p:cNvPr>
          <p:cNvSpPr txBox="1"/>
          <p:nvPr/>
        </p:nvSpPr>
        <p:spPr>
          <a:xfrm>
            <a:off x="3618218" y="2394796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E5FD50-41E6-AAB8-2887-404DA8FEFC2B}"/>
              </a:ext>
            </a:extLst>
          </p:cNvPr>
          <p:cNvSpPr txBox="1"/>
          <p:nvPr/>
        </p:nvSpPr>
        <p:spPr>
          <a:xfrm>
            <a:off x="4915941" y="1634534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86B45FC5-AABC-95E3-05C7-1215BB1D4D28}"/>
              </a:ext>
            </a:extLst>
          </p:cNvPr>
          <p:cNvCxnSpPr>
            <a:stCxn id="5" idx="2"/>
            <a:endCxn id="10" idx="0"/>
          </p:cNvCxnSpPr>
          <p:nvPr/>
        </p:nvCxnSpPr>
        <p:spPr>
          <a:xfrm flipH="1">
            <a:off x="4158154" y="480032"/>
            <a:ext cx="1" cy="1264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053B91B0-6EC5-6130-E91D-646531A32446}"/>
              </a:ext>
            </a:extLst>
          </p:cNvPr>
          <p:cNvCxnSpPr>
            <a:stCxn id="10" idx="2"/>
            <a:endCxn id="3" idx="0"/>
          </p:cNvCxnSpPr>
          <p:nvPr/>
        </p:nvCxnSpPr>
        <p:spPr>
          <a:xfrm>
            <a:off x="4158154" y="1287681"/>
            <a:ext cx="0" cy="1367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317A2D47-1BC9-B001-EC3D-A92BC555F6C0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5142159" y="1950610"/>
            <a:ext cx="2710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82487025-507B-CB62-1A48-79866290EA6D}"/>
              </a:ext>
            </a:extLst>
          </p:cNvPr>
          <p:cNvCxnSpPr>
            <a:stCxn id="3" idx="2"/>
            <a:endCxn id="18" idx="0"/>
          </p:cNvCxnSpPr>
          <p:nvPr/>
        </p:nvCxnSpPr>
        <p:spPr>
          <a:xfrm flipH="1">
            <a:off x="4158153" y="2476821"/>
            <a:ext cx="1" cy="2496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6E42DE9B-7844-7EAC-9B28-B3A495ACCCA0}"/>
              </a:ext>
            </a:extLst>
          </p:cNvPr>
          <p:cNvCxnSpPr>
            <a:stCxn id="18" idx="3"/>
            <a:endCxn id="17" idx="1"/>
          </p:cNvCxnSpPr>
          <p:nvPr/>
        </p:nvCxnSpPr>
        <p:spPr>
          <a:xfrm>
            <a:off x="5961412" y="3067074"/>
            <a:ext cx="269178" cy="62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1339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순서도: 처리 50">
            <a:extLst>
              <a:ext uri="{FF2B5EF4-FFF2-40B4-BE49-F238E27FC236}">
                <a16:creationId xmlns:a16="http://schemas.microsoft.com/office/drawing/2014/main" id="{2D8D3279-2C8F-CE42-707D-20A0ED5AB7BB}"/>
              </a:ext>
            </a:extLst>
          </p:cNvPr>
          <p:cNvSpPr/>
          <p:nvPr/>
        </p:nvSpPr>
        <p:spPr>
          <a:xfrm>
            <a:off x="329274" y="1472524"/>
            <a:ext cx="4870724" cy="489281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17C224CD-E798-4CE7-9891-6BAC15C1189B}"/>
              </a:ext>
            </a:extLst>
          </p:cNvPr>
          <p:cNvSpPr/>
          <p:nvPr/>
        </p:nvSpPr>
        <p:spPr>
          <a:xfrm>
            <a:off x="70946" y="423779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ED048B-BE55-8B79-9DFF-2D6770B185CE}"/>
              </a:ext>
            </a:extLst>
          </p:cNvPr>
          <p:cNvSpPr txBox="1"/>
          <p:nvPr/>
        </p:nvSpPr>
        <p:spPr>
          <a:xfrm>
            <a:off x="4774521" y="6385530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path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0E09E288-BD54-F645-F99D-8835B91C4827}"/>
              </a:ext>
            </a:extLst>
          </p:cNvPr>
          <p:cNvSpPr/>
          <p:nvPr/>
        </p:nvSpPr>
        <p:spPr>
          <a:xfrm>
            <a:off x="1209713" y="423779"/>
            <a:ext cx="2466938" cy="44026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init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move[8]’s constant values</a:t>
            </a:r>
          </a:p>
          <a:p>
            <a:pPr algn="ctr"/>
            <a:r>
              <a:rPr lang="en-US" altLang="ko-KR" sz="1400" dirty="0">
                <a:ln>
                  <a:solidFill>
                    <a:schemeClr val="accent6"/>
                  </a:solidFill>
                </a:ln>
                <a:solidFill>
                  <a:schemeClr val="accent6"/>
                </a:solidFill>
              </a:rPr>
              <a:t>element 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position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5" name="순서도: 처리 24">
            <a:extLst>
              <a:ext uri="{FF2B5EF4-FFF2-40B4-BE49-F238E27FC236}">
                <a16:creationId xmlns:a16="http://schemas.microsoft.com/office/drawing/2014/main" id="{F607C338-7A2C-E2BD-068E-7B02FFD5FE95}"/>
              </a:ext>
            </a:extLst>
          </p:cNvPr>
          <p:cNvSpPr/>
          <p:nvPr/>
        </p:nvSpPr>
        <p:spPr>
          <a:xfrm>
            <a:off x="13779419" y="5090688"/>
            <a:ext cx="1437777" cy="425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 node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7B75D0-C61B-878A-E0A8-9BD1C2EF73F2}"/>
              </a:ext>
            </a:extLst>
          </p:cNvPr>
          <p:cNvSpPr txBox="1"/>
          <p:nvPr/>
        </p:nvSpPr>
        <p:spPr>
          <a:xfrm>
            <a:off x="15781809" y="5805728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1325014B-851B-3D98-CB57-883B75FD6D9C}"/>
              </a:ext>
            </a:extLst>
          </p:cNvPr>
          <p:cNvSpPr/>
          <p:nvPr/>
        </p:nvSpPr>
        <p:spPr>
          <a:xfrm>
            <a:off x="13193143" y="1258718"/>
            <a:ext cx="1848832" cy="70340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num_head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is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bigger one between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num_cols,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row_rows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491B2601-716D-C8A9-B573-954217BBE752}"/>
              </a:ext>
            </a:extLst>
          </p:cNvPr>
          <p:cNvSpPr/>
          <p:nvPr/>
        </p:nvSpPr>
        <p:spPr>
          <a:xfrm>
            <a:off x="14353815" y="1360666"/>
            <a:ext cx="2890497" cy="61919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make node &amp;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save num_rows, num_cols, num_terms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at node </a:t>
            </a:r>
            <a:r>
              <a:rPr lang="en-US" altLang="ko-KR" sz="120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*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</a:rPr>
              <a:t> </a:t>
            </a:r>
            <a:r>
              <a:rPr lang="en-US" altLang="ko-KR" sz="120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save rows, cols reversely</a:t>
            </a:r>
            <a:endParaRPr lang="ko-KR" altLang="en-US" sz="1200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7" name="순서도: 처리 6">
            <a:extLst>
              <a:ext uri="{FF2B5EF4-FFF2-40B4-BE49-F238E27FC236}">
                <a16:creationId xmlns:a16="http://schemas.microsoft.com/office/drawing/2014/main" id="{E075A8A8-6B40-7808-36BC-AABB2C7CE457}"/>
              </a:ext>
            </a:extLst>
          </p:cNvPr>
          <p:cNvSpPr/>
          <p:nvPr/>
        </p:nvSpPr>
        <p:spPr>
          <a:xfrm>
            <a:off x="13605137" y="2592311"/>
            <a:ext cx="1862983" cy="22515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heads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8" name="순서도: 처리 7">
            <a:extLst>
              <a:ext uri="{FF2B5EF4-FFF2-40B4-BE49-F238E27FC236}">
                <a16:creationId xmlns:a16="http://schemas.microsoft.com/office/drawing/2014/main" id="{CABED5F1-181E-D7B6-FB20-C0DD5C4EB44B}"/>
              </a:ext>
            </a:extLst>
          </p:cNvPr>
          <p:cNvSpPr/>
          <p:nvPr/>
        </p:nvSpPr>
        <p:spPr>
          <a:xfrm>
            <a:off x="462398" y="1574660"/>
            <a:ext cx="2216336" cy="48490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position = </a:t>
            </a: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ddelete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(head, head-&gt;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rlink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A26E83C-D9B6-D018-ECDB-7EB4519FD493}"/>
              </a:ext>
            </a:extLst>
          </p:cNvPr>
          <p:cNvSpPr txBox="1"/>
          <p:nvPr/>
        </p:nvSpPr>
        <p:spPr>
          <a:xfrm>
            <a:off x="14449509" y="5516131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49" name="순서도: 처리 48">
            <a:extLst>
              <a:ext uri="{FF2B5EF4-FFF2-40B4-BE49-F238E27FC236}">
                <a16:creationId xmlns:a16="http://schemas.microsoft.com/office/drawing/2014/main" id="{846B4912-4470-1FBB-1DDB-2327312484CB}"/>
              </a:ext>
            </a:extLst>
          </p:cNvPr>
          <p:cNvSpPr/>
          <p:nvPr/>
        </p:nvSpPr>
        <p:spPr>
          <a:xfrm>
            <a:off x="12132372" y="3591887"/>
            <a:ext cx="1637522" cy="42544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node-&gt;right = node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0" name="순서도: 처리 49">
            <a:extLst>
              <a:ext uri="{FF2B5EF4-FFF2-40B4-BE49-F238E27FC236}">
                <a16:creationId xmlns:a16="http://schemas.microsoft.com/office/drawing/2014/main" id="{0E927C64-5857-2175-FCD9-9D77FDBF8D6D}"/>
              </a:ext>
            </a:extLst>
          </p:cNvPr>
          <p:cNvSpPr/>
          <p:nvPr/>
        </p:nvSpPr>
        <p:spPr>
          <a:xfrm>
            <a:off x="329274" y="1154899"/>
            <a:ext cx="4870724" cy="32430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while linked list is not empty &amp;&amp; path is not found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2" name="순서도: 판단 51">
            <a:extLst>
              <a:ext uri="{FF2B5EF4-FFF2-40B4-BE49-F238E27FC236}">
                <a16:creationId xmlns:a16="http://schemas.microsoft.com/office/drawing/2014/main" id="{D3B47A45-F447-885C-473B-E387A23A6D85}"/>
              </a:ext>
            </a:extLst>
          </p:cNvPr>
          <p:cNvSpPr/>
          <p:nvPr/>
        </p:nvSpPr>
        <p:spPr>
          <a:xfrm>
            <a:off x="13906689" y="3197240"/>
            <a:ext cx="1825836" cy="425443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 &gt; </a:t>
            </a:r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current_row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3" name="순서도: 처리 52">
            <a:extLst>
              <a:ext uri="{FF2B5EF4-FFF2-40B4-BE49-F238E27FC236}">
                <a16:creationId xmlns:a16="http://schemas.microsoft.com/office/drawing/2014/main" id="{201633C4-571D-9DD9-FF92-E1F43C8F9F0E}"/>
              </a:ext>
            </a:extLst>
          </p:cNvPr>
          <p:cNvSpPr/>
          <p:nvPr/>
        </p:nvSpPr>
        <p:spPr>
          <a:xfrm>
            <a:off x="12964447" y="3139125"/>
            <a:ext cx="1531646" cy="34666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get row col value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from matrix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4" name="순서도: 처리 53">
            <a:extLst>
              <a:ext uri="{FF2B5EF4-FFF2-40B4-BE49-F238E27FC236}">
                <a16:creationId xmlns:a16="http://schemas.microsoft.com/office/drawing/2014/main" id="{91FD8A0A-2FF2-C861-1FA4-95E89FBCF81E}"/>
              </a:ext>
            </a:extLst>
          </p:cNvPr>
          <p:cNvSpPr/>
          <p:nvPr/>
        </p:nvSpPr>
        <p:spPr>
          <a:xfrm>
            <a:off x="15941195" y="3264453"/>
            <a:ext cx="1397989" cy="30777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close current col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5" name="순서도: 처리 54">
            <a:extLst>
              <a:ext uri="{FF2B5EF4-FFF2-40B4-BE49-F238E27FC236}">
                <a16:creationId xmlns:a16="http://schemas.microsoft.com/office/drawing/2014/main" id="{84D602DA-789B-6402-6F43-C1BCD13B774B}"/>
              </a:ext>
            </a:extLst>
          </p:cNvPr>
          <p:cNvSpPr/>
          <p:nvPr/>
        </p:nvSpPr>
        <p:spPr>
          <a:xfrm>
            <a:off x="12964448" y="3722539"/>
            <a:ext cx="1781324" cy="58731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init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matrix_pointer temp &amp; save row, col, value</a:t>
            </a:r>
          </a:p>
          <a:p>
            <a:pPr algn="ctr"/>
            <a:r>
              <a:rPr lang="en-US" altLang="ko-KR" sz="120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* save row col reversely</a:t>
            </a:r>
          </a:p>
        </p:txBody>
      </p:sp>
      <p:sp>
        <p:nvSpPr>
          <p:cNvPr id="56" name="순서도: 처리 55">
            <a:extLst>
              <a:ext uri="{FF2B5EF4-FFF2-40B4-BE49-F238E27FC236}">
                <a16:creationId xmlns:a16="http://schemas.microsoft.com/office/drawing/2014/main" id="{0A46F708-3614-735E-C0FF-F0C49F0379DC}"/>
              </a:ext>
            </a:extLst>
          </p:cNvPr>
          <p:cNvSpPr/>
          <p:nvPr/>
        </p:nvSpPr>
        <p:spPr>
          <a:xfrm>
            <a:off x="14103556" y="3790443"/>
            <a:ext cx="1628970" cy="48490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link temp into row list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link temp into col list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7" name="순서도: 처리 56">
            <a:extLst>
              <a:ext uri="{FF2B5EF4-FFF2-40B4-BE49-F238E27FC236}">
                <a16:creationId xmlns:a16="http://schemas.microsoft.com/office/drawing/2014/main" id="{9A6A1DEB-B891-1279-8D27-7CB04771F378}"/>
              </a:ext>
            </a:extLst>
          </p:cNvPr>
          <p:cNvSpPr/>
          <p:nvPr/>
        </p:nvSpPr>
        <p:spPr>
          <a:xfrm>
            <a:off x="13925311" y="4275768"/>
            <a:ext cx="1437776" cy="48490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close last row</a:t>
            </a:r>
            <a:endParaRPr lang="ko-KR" altLang="en-US" sz="16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8" name="순서도: 처리 57">
            <a:extLst>
              <a:ext uri="{FF2B5EF4-FFF2-40B4-BE49-F238E27FC236}">
                <a16:creationId xmlns:a16="http://schemas.microsoft.com/office/drawing/2014/main" id="{014A2C4E-F5E7-6AEE-82E2-22B6DFAD4153}"/>
              </a:ext>
            </a:extLst>
          </p:cNvPr>
          <p:cNvSpPr/>
          <p:nvPr/>
        </p:nvSpPr>
        <p:spPr>
          <a:xfrm>
            <a:off x="12402328" y="4712669"/>
            <a:ext cx="2065831" cy="22515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cols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9" name="순서도: 처리 58">
            <a:extLst>
              <a:ext uri="{FF2B5EF4-FFF2-40B4-BE49-F238E27FC236}">
                <a16:creationId xmlns:a16="http://schemas.microsoft.com/office/drawing/2014/main" id="{EB736168-4FC9-0533-C957-B58CF047A09A}"/>
              </a:ext>
            </a:extLst>
          </p:cNvPr>
          <p:cNvSpPr/>
          <p:nvPr/>
        </p:nvSpPr>
        <p:spPr>
          <a:xfrm>
            <a:off x="12402446" y="4931334"/>
            <a:ext cx="2065831" cy="48490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hdnode_t[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u.next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-&gt;down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hdnode_t[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0" name="순서도: 처리 59">
            <a:extLst>
              <a:ext uri="{FF2B5EF4-FFF2-40B4-BE49-F238E27FC236}">
                <a16:creationId xmlns:a16="http://schemas.microsoft.com/office/drawing/2014/main" id="{385CF0B6-C2F8-90DF-A7B6-16DEE0963039}"/>
              </a:ext>
            </a:extLst>
          </p:cNvPr>
          <p:cNvSpPr/>
          <p:nvPr/>
        </p:nvSpPr>
        <p:spPr>
          <a:xfrm>
            <a:off x="13820925" y="4777242"/>
            <a:ext cx="2065831" cy="22515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heads - 1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61" name="순서도: 처리 60">
            <a:extLst>
              <a:ext uri="{FF2B5EF4-FFF2-40B4-BE49-F238E27FC236}">
                <a16:creationId xmlns:a16="http://schemas.microsoft.com/office/drawing/2014/main" id="{3252C9A7-0B32-314E-9609-654089E90FA4}"/>
              </a:ext>
            </a:extLst>
          </p:cNvPr>
          <p:cNvSpPr/>
          <p:nvPr/>
        </p:nvSpPr>
        <p:spPr>
          <a:xfrm>
            <a:off x="13820807" y="5003266"/>
            <a:ext cx="2065831" cy="48490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hdnode_t[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u.next</a:t>
            </a:r>
            <a:endParaRPr lang="en-US" altLang="ko-KR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hdnode_t[i+1]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2" name="순서도: 처리 61">
            <a:extLst>
              <a:ext uri="{FF2B5EF4-FFF2-40B4-BE49-F238E27FC236}">
                <a16:creationId xmlns:a16="http://schemas.microsoft.com/office/drawing/2014/main" id="{EF9F3ABA-687C-1AFE-8A1C-73FC220BD144}"/>
              </a:ext>
            </a:extLst>
          </p:cNvPr>
          <p:cNvSpPr/>
          <p:nvPr/>
        </p:nvSpPr>
        <p:spPr>
          <a:xfrm>
            <a:off x="14362473" y="5116170"/>
            <a:ext cx="2944452" cy="48490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hdnode_t[num_heads-1]-&gt;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u.next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node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node-&gt;right = hdnode_t[0]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4" name="순서도: 처리 63">
            <a:extLst>
              <a:ext uri="{FF2B5EF4-FFF2-40B4-BE49-F238E27FC236}">
                <a16:creationId xmlns:a16="http://schemas.microsoft.com/office/drawing/2014/main" id="{FEF341B7-B2AD-8E40-4BDE-85DF948C96F0}"/>
              </a:ext>
            </a:extLst>
          </p:cNvPr>
          <p:cNvSpPr/>
          <p:nvPr/>
        </p:nvSpPr>
        <p:spPr>
          <a:xfrm>
            <a:off x="12611338" y="5138128"/>
            <a:ext cx="664314" cy="3305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A287EF4B-37B0-4E50-5623-2D67BC75F4DB}"/>
              </a:ext>
            </a:extLst>
          </p:cNvPr>
          <p:cNvCxnSpPr>
            <a:cxnSpLocks/>
            <a:endCxn id="3" idx="1"/>
          </p:cNvCxnSpPr>
          <p:nvPr/>
        </p:nvCxnSpPr>
        <p:spPr>
          <a:xfrm flipV="1">
            <a:off x="12913886" y="1610421"/>
            <a:ext cx="27925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A4A33CC6-02EC-0DB3-3790-7821E048063D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15041975" y="1605691"/>
            <a:ext cx="169495" cy="47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4392C691-58DD-95E3-DB40-DAFE4756E728}"/>
              </a:ext>
            </a:extLst>
          </p:cNvPr>
          <p:cNvCxnSpPr>
            <a:cxnSpLocks/>
          </p:cNvCxnSpPr>
          <p:nvPr/>
        </p:nvCxnSpPr>
        <p:spPr>
          <a:xfrm>
            <a:off x="12581457" y="2054463"/>
            <a:ext cx="1589" cy="4308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0C4D837D-62AE-3AEC-61B7-38B44DB982B4}"/>
              </a:ext>
            </a:extLst>
          </p:cNvPr>
          <p:cNvCxnSpPr>
            <a:cxnSpLocks/>
            <a:stCxn id="49" idx="2"/>
            <a:endCxn id="64" idx="0"/>
          </p:cNvCxnSpPr>
          <p:nvPr/>
        </p:nvCxnSpPr>
        <p:spPr>
          <a:xfrm flipH="1">
            <a:off x="12943495" y="4017330"/>
            <a:ext cx="7638" cy="11207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E24D1EC8-7CD0-4092-2EB4-E026E4AE6656}"/>
              </a:ext>
            </a:extLst>
          </p:cNvPr>
          <p:cNvCxnSpPr>
            <a:cxnSpLocks/>
          </p:cNvCxnSpPr>
          <p:nvPr/>
        </p:nvCxnSpPr>
        <p:spPr>
          <a:xfrm>
            <a:off x="16447580" y="2843561"/>
            <a:ext cx="268251" cy="32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5F1B155E-7267-EFCA-1653-054109F322E0}"/>
              </a:ext>
            </a:extLst>
          </p:cNvPr>
          <p:cNvCxnSpPr>
            <a:stCxn id="52" idx="3"/>
            <a:endCxn id="54" idx="1"/>
          </p:cNvCxnSpPr>
          <p:nvPr/>
        </p:nvCxnSpPr>
        <p:spPr>
          <a:xfrm>
            <a:off x="15732525" y="3409962"/>
            <a:ext cx="208670" cy="8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18CAAEFB-8B80-9151-584B-029BD4136600}"/>
              </a:ext>
            </a:extLst>
          </p:cNvPr>
          <p:cNvCxnSpPr>
            <a:stCxn id="54" idx="3"/>
          </p:cNvCxnSpPr>
          <p:nvPr/>
        </p:nvCxnSpPr>
        <p:spPr>
          <a:xfrm flipV="1">
            <a:off x="17339184" y="3409962"/>
            <a:ext cx="252992" cy="83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BFBC5B3F-252B-E98C-9974-13DF4C2072B5}"/>
              </a:ext>
            </a:extLst>
          </p:cNvPr>
          <p:cNvCxnSpPr/>
          <p:nvPr/>
        </p:nvCxnSpPr>
        <p:spPr>
          <a:xfrm>
            <a:off x="17592176" y="3409962"/>
            <a:ext cx="0" cy="2510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57871D98-E9B0-53D7-418D-4B7E972C92A0}"/>
              </a:ext>
            </a:extLst>
          </p:cNvPr>
          <p:cNvCxnSpPr/>
          <p:nvPr/>
        </p:nvCxnSpPr>
        <p:spPr>
          <a:xfrm flipH="1">
            <a:off x="13020176" y="3660997"/>
            <a:ext cx="457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9556E1CE-F097-1695-8639-B7244CD17DFE}"/>
              </a:ext>
            </a:extLst>
          </p:cNvPr>
          <p:cNvCxnSpPr>
            <a:cxnSpLocks/>
            <a:endCxn id="55" idx="0"/>
          </p:cNvCxnSpPr>
          <p:nvPr/>
        </p:nvCxnSpPr>
        <p:spPr>
          <a:xfrm flipH="1">
            <a:off x="13855110" y="3596424"/>
            <a:ext cx="22721" cy="1261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연결선: 꺾임 103">
            <a:extLst>
              <a:ext uri="{FF2B5EF4-FFF2-40B4-BE49-F238E27FC236}">
                <a16:creationId xmlns:a16="http://schemas.microsoft.com/office/drawing/2014/main" id="{C11A20A0-6CD3-0F1D-9A93-50E76A21E76F}"/>
              </a:ext>
            </a:extLst>
          </p:cNvPr>
          <p:cNvCxnSpPr>
            <a:cxnSpLocks/>
          </p:cNvCxnSpPr>
          <p:nvPr/>
        </p:nvCxnSpPr>
        <p:spPr>
          <a:xfrm rot="5400000">
            <a:off x="14719052" y="2734998"/>
            <a:ext cx="135098" cy="178132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47674D42-0B7A-4A5B-C14E-FFAE109E4F34}"/>
              </a:ext>
            </a:extLst>
          </p:cNvPr>
          <p:cNvCxnSpPr>
            <a:cxnSpLocks/>
            <a:stCxn id="55" idx="3"/>
          </p:cNvCxnSpPr>
          <p:nvPr/>
        </p:nvCxnSpPr>
        <p:spPr>
          <a:xfrm flipV="1">
            <a:off x="14745772" y="3968324"/>
            <a:ext cx="215439" cy="478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F5020314-5D69-1CA8-3503-6A3262028A75}"/>
              </a:ext>
            </a:extLst>
          </p:cNvPr>
          <p:cNvCxnSpPr>
            <a:endCxn id="57" idx="0"/>
          </p:cNvCxnSpPr>
          <p:nvPr/>
        </p:nvCxnSpPr>
        <p:spPr>
          <a:xfrm flipH="1">
            <a:off x="14644199" y="4085764"/>
            <a:ext cx="4512" cy="1900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1628A78D-9CD9-3ACB-5092-696EDF99A506}"/>
              </a:ext>
            </a:extLst>
          </p:cNvPr>
          <p:cNvCxnSpPr>
            <a:cxnSpLocks/>
            <a:stCxn id="57" idx="3"/>
          </p:cNvCxnSpPr>
          <p:nvPr/>
        </p:nvCxnSpPr>
        <p:spPr>
          <a:xfrm>
            <a:off x="15363087" y="4518222"/>
            <a:ext cx="210539" cy="1587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6221B5D6-E68E-5E76-7DB5-842FB49D6C6E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14468277" y="5173788"/>
            <a:ext cx="210185" cy="73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53AF67BC-B2C8-E5C9-10D7-919F7FAA1374}"/>
              </a:ext>
            </a:extLst>
          </p:cNvPr>
          <p:cNvCxnSpPr>
            <a:cxnSpLocks/>
            <a:stCxn id="61" idx="3"/>
          </p:cNvCxnSpPr>
          <p:nvPr/>
        </p:nvCxnSpPr>
        <p:spPr>
          <a:xfrm flipV="1">
            <a:off x="15886638" y="5097516"/>
            <a:ext cx="266036" cy="1482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31C24C1D-F3EB-FBA0-1DDF-225BC7243248}"/>
              </a:ext>
            </a:extLst>
          </p:cNvPr>
          <p:cNvCxnSpPr>
            <a:stCxn id="64" idx="3"/>
            <a:endCxn id="25" idx="1"/>
          </p:cNvCxnSpPr>
          <p:nvPr/>
        </p:nvCxnSpPr>
        <p:spPr>
          <a:xfrm>
            <a:off x="13275652" y="5303409"/>
            <a:ext cx="50376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020B83CF-EE69-C34D-687E-2E0BCF811BF5}"/>
              </a:ext>
            </a:extLst>
          </p:cNvPr>
          <p:cNvSpPr txBox="1"/>
          <p:nvPr/>
        </p:nvSpPr>
        <p:spPr>
          <a:xfrm>
            <a:off x="12453881" y="3335016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6A57363-14CD-405B-BA59-099FB7D3EB78}"/>
              </a:ext>
            </a:extLst>
          </p:cNvPr>
          <p:cNvSpPr txBox="1"/>
          <p:nvPr/>
        </p:nvSpPr>
        <p:spPr>
          <a:xfrm>
            <a:off x="13464498" y="2694312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DC2253B-0D27-8C97-A1FB-E962ABCD9C7C}"/>
              </a:ext>
            </a:extLst>
          </p:cNvPr>
          <p:cNvSpPr txBox="1"/>
          <p:nvPr/>
        </p:nvSpPr>
        <p:spPr>
          <a:xfrm>
            <a:off x="15451745" y="3115469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43243FAD-35E1-5FF0-FFF2-228310ECD9FC}"/>
              </a:ext>
            </a:extLst>
          </p:cNvPr>
          <p:cNvSpPr txBox="1"/>
          <p:nvPr/>
        </p:nvSpPr>
        <p:spPr>
          <a:xfrm>
            <a:off x="15117686" y="3418093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C773577C-A966-B776-7B7B-5883471CF0EB}"/>
              </a:ext>
            </a:extLst>
          </p:cNvPr>
          <p:cNvSpPr/>
          <p:nvPr/>
        </p:nvSpPr>
        <p:spPr>
          <a:xfrm>
            <a:off x="11419014" y="1163468"/>
            <a:ext cx="1494872" cy="8127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get num_rows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num_cols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num_terms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from matrix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순서도: 판단 19">
            <a:extLst>
              <a:ext uri="{FF2B5EF4-FFF2-40B4-BE49-F238E27FC236}">
                <a16:creationId xmlns:a16="http://schemas.microsoft.com/office/drawing/2014/main" id="{F18DE2C8-1AB8-F5EE-56A9-A9BCC68F5603}"/>
              </a:ext>
            </a:extLst>
          </p:cNvPr>
          <p:cNvSpPr/>
          <p:nvPr/>
        </p:nvSpPr>
        <p:spPr>
          <a:xfrm>
            <a:off x="15799064" y="3755990"/>
            <a:ext cx="1825836" cy="618438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 down node is </a:t>
            </a:r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headnode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1" name="순서도: 처리 20">
            <a:extLst>
              <a:ext uri="{FF2B5EF4-FFF2-40B4-BE49-F238E27FC236}">
                <a16:creationId xmlns:a16="http://schemas.microsoft.com/office/drawing/2014/main" id="{870C1596-D42A-83B8-28B9-9CB0B84AC3EB}"/>
              </a:ext>
            </a:extLst>
          </p:cNvPr>
          <p:cNvSpPr/>
          <p:nvPr/>
        </p:nvSpPr>
        <p:spPr>
          <a:xfrm>
            <a:off x="15774563" y="3956572"/>
            <a:ext cx="1397989" cy="30777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move to next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headnode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3" name="순서도: 처리 22">
            <a:extLst>
              <a:ext uri="{FF2B5EF4-FFF2-40B4-BE49-F238E27FC236}">
                <a16:creationId xmlns:a16="http://schemas.microsoft.com/office/drawing/2014/main" id="{6AA5AC81-ADE6-BC93-0515-558F2F94440A}"/>
              </a:ext>
            </a:extLst>
          </p:cNvPr>
          <p:cNvSpPr/>
          <p:nvPr/>
        </p:nvSpPr>
        <p:spPr>
          <a:xfrm>
            <a:off x="15774563" y="4373044"/>
            <a:ext cx="1397989" cy="30777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move to next column node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CCA82059-6BFA-31CF-196C-D53EA73EFAD5}"/>
              </a:ext>
            </a:extLst>
          </p:cNvPr>
          <p:cNvCxnSpPr>
            <a:cxnSpLocks/>
          </p:cNvCxnSpPr>
          <p:nvPr/>
        </p:nvCxnSpPr>
        <p:spPr>
          <a:xfrm flipV="1">
            <a:off x="17115926" y="3849353"/>
            <a:ext cx="448838" cy="470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21133926-B9CE-C48D-B0AD-509041F8C784}"/>
              </a:ext>
            </a:extLst>
          </p:cNvPr>
          <p:cNvCxnSpPr>
            <a:cxnSpLocks/>
          </p:cNvCxnSpPr>
          <p:nvPr/>
        </p:nvCxnSpPr>
        <p:spPr>
          <a:xfrm>
            <a:off x="17192126" y="4198563"/>
            <a:ext cx="372638" cy="672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FCB7329-F841-EC62-A589-AFB58EDF4A6D}"/>
              </a:ext>
            </a:extLst>
          </p:cNvPr>
          <p:cNvSpPr txBox="1"/>
          <p:nvPr/>
        </p:nvSpPr>
        <p:spPr>
          <a:xfrm>
            <a:off x="17008077" y="3639237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FC214B1-2293-DE20-E968-2AF80A6BA423}"/>
              </a:ext>
            </a:extLst>
          </p:cNvPr>
          <p:cNvSpPr txBox="1"/>
          <p:nvPr/>
        </p:nvSpPr>
        <p:spPr>
          <a:xfrm>
            <a:off x="16946523" y="4188198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AC524753-567A-DA03-00D9-6336907811E1}"/>
              </a:ext>
            </a:extLst>
          </p:cNvPr>
          <p:cNvCxnSpPr>
            <a:stCxn id="56" idx="3"/>
            <a:endCxn id="20" idx="1"/>
          </p:cNvCxnSpPr>
          <p:nvPr/>
        </p:nvCxnSpPr>
        <p:spPr>
          <a:xfrm>
            <a:off x="15732526" y="4032897"/>
            <a:ext cx="66538" cy="32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9EBAEF43-3B1A-E5FB-ACB0-6C2458D1B9C1}"/>
              </a:ext>
            </a:extLst>
          </p:cNvPr>
          <p:cNvSpPr/>
          <p:nvPr/>
        </p:nvSpPr>
        <p:spPr>
          <a:xfrm>
            <a:off x="4953208" y="418613"/>
            <a:ext cx="879514" cy="44026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init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mark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1" name="순서도: 처리 10">
            <a:extLst>
              <a:ext uri="{FF2B5EF4-FFF2-40B4-BE49-F238E27FC236}">
                <a16:creationId xmlns:a16="http://schemas.microsoft.com/office/drawing/2014/main" id="{777F134D-E208-4250-A1F1-252F0A92DB2E}"/>
              </a:ext>
            </a:extLst>
          </p:cNvPr>
          <p:cNvSpPr/>
          <p:nvPr/>
        </p:nvSpPr>
        <p:spPr>
          <a:xfrm>
            <a:off x="3806749" y="423778"/>
            <a:ext cx="1033994" cy="44026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 = new_node()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2" name="순서도: 종속 처리 11">
            <a:extLst>
              <a:ext uri="{FF2B5EF4-FFF2-40B4-BE49-F238E27FC236}">
                <a16:creationId xmlns:a16="http://schemas.microsoft.com/office/drawing/2014/main" id="{B17251A8-E6B2-3B1C-88AA-4AAA897D6BD4}"/>
              </a:ext>
            </a:extLst>
          </p:cNvPr>
          <p:cNvSpPr/>
          <p:nvPr/>
        </p:nvSpPr>
        <p:spPr>
          <a:xfrm>
            <a:off x="5990281" y="394404"/>
            <a:ext cx="2346050" cy="488683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dinsert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(head, node)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node’s element is (1,1,1)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B1FCDF2C-BFA2-8ECB-9115-DE88C93A82F0}"/>
              </a:ext>
            </a:extLst>
          </p:cNvPr>
          <p:cNvSpPr/>
          <p:nvPr/>
        </p:nvSpPr>
        <p:spPr>
          <a:xfrm>
            <a:off x="2811857" y="1567817"/>
            <a:ext cx="2216336" cy="48490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save position’s elements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(deleted node’s elements)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442BCDB6-23DF-9B3A-07EA-F44EA1A0B167}"/>
              </a:ext>
            </a:extLst>
          </p:cNvPr>
          <p:cNvSpPr/>
          <p:nvPr/>
        </p:nvSpPr>
        <p:spPr>
          <a:xfrm>
            <a:off x="467023" y="2211537"/>
            <a:ext cx="4567237" cy="32430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while there’s left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dir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yet &amp;&amp; path not found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18" name="순서도: 처리 17">
            <a:extLst>
              <a:ext uri="{FF2B5EF4-FFF2-40B4-BE49-F238E27FC236}">
                <a16:creationId xmlns:a16="http://schemas.microsoft.com/office/drawing/2014/main" id="{83FCAC6F-4301-D7B4-4BC3-1075ECA83502}"/>
              </a:ext>
            </a:extLst>
          </p:cNvPr>
          <p:cNvSpPr/>
          <p:nvPr/>
        </p:nvSpPr>
        <p:spPr>
          <a:xfrm>
            <a:off x="467023" y="2535839"/>
            <a:ext cx="4567238" cy="373161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19" name="순서도: 처리 18">
            <a:extLst>
              <a:ext uri="{FF2B5EF4-FFF2-40B4-BE49-F238E27FC236}">
                <a16:creationId xmlns:a16="http://schemas.microsoft.com/office/drawing/2014/main" id="{9FB5300E-115F-3E68-5021-DDEE1EAB6B9E}"/>
              </a:ext>
            </a:extLst>
          </p:cNvPr>
          <p:cNvSpPr/>
          <p:nvPr/>
        </p:nvSpPr>
        <p:spPr>
          <a:xfrm>
            <a:off x="699071" y="2638803"/>
            <a:ext cx="2266778" cy="40273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nextRow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row+move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[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dir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].vert</a:t>
            </a: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nextCol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col+move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[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dir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].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horiz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2" name="순서도: 판단 21">
            <a:extLst>
              <a:ext uri="{FF2B5EF4-FFF2-40B4-BE49-F238E27FC236}">
                <a16:creationId xmlns:a16="http://schemas.microsoft.com/office/drawing/2014/main" id="{CE0B2149-907E-ECEF-0FC4-86425900EC6B}"/>
              </a:ext>
            </a:extLst>
          </p:cNvPr>
          <p:cNvSpPr/>
          <p:nvPr/>
        </p:nvSpPr>
        <p:spPr>
          <a:xfrm>
            <a:off x="545079" y="3121272"/>
            <a:ext cx="2550546" cy="731436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nextRow</a:t>
            </a:r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&amp; </a:t>
            </a:r>
            <a:r>
              <a:rPr lang="en-US" altLang="ko-KR" sz="11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nextCol</a:t>
            </a:r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arrived EXIT Coordinate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7" name="순서도: 판단 26">
            <a:extLst>
              <a:ext uri="{FF2B5EF4-FFF2-40B4-BE49-F238E27FC236}">
                <a16:creationId xmlns:a16="http://schemas.microsoft.com/office/drawing/2014/main" id="{06C1FFAF-720C-3CF4-8C4F-7070425B5927}"/>
              </a:ext>
            </a:extLst>
          </p:cNvPr>
          <p:cNvSpPr/>
          <p:nvPr/>
        </p:nvSpPr>
        <p:spPr>
          <a:xfrm>
            <a:off x="545079" y="3961563"/>
            <a:ext cx="2550546" cy="731436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next coordinate’s maze is open &amp; mark is open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4" name="순서도: 처리 33">
            <a:extLst>
              <a:ext uri="{FF2B5EF4-FFF2-40B4-BE49-F238E27FC236}">
                <a16:creationId xmlns:a16="http://schemas.microsoft.com/office/drawing/2014/main" id="{ACF9C7AD-3087-13AE-C368-28A59D613CEA}"/>
              </a:ext>
            </a:extLst>
          </p:cNvPr>
          <p:cNvSpPr/>
          <p:nvPr/>
        </p:nvSpPr>
        <p:spPr>
          <a:xfrm>
            <a:off x="772688" y="4777242"/>
            <a:ext cx="2095328" cy="36009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mark[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nextRow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][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nextCol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 = 1</a:t>
            </a:r>
          </a:p>
        </p:txBody>
      </p:sp>
      <p:sp>
        <p:nvSpPr>
          <p:cNvPr id="36" name="순서도: 종속 처리 35">
            <a:extLst>
              <a:ext uri="{FF2B5EF4-FFF2-40B4-BE49-F238E27FC236}">
                <a16:creationId xmlns:a16="http://schemas.microsoft.com/office/drawing/2014/main" id="{C73E9945-2C82-C204-B4DF-9EAEAC4D5EFA}"/>
              </a:ext>
            </a:extLst>
          </p:cNvPr>
          <p:cNvSpPr/>
          <p:nvPr/>
        </p:nvSpPr>
        <p:spPr>
          <a:xfrm>
            <a:off x="647327" y="5233599"/>
            <a:ext cx="2346050" cy="515682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dinsert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(head, push)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push’s element is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(row, col, ++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dir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7" name="순서도: 처리 36">
            <a:extLst>
              <a:ext uri="{FF2B5EF4-FFF2-40B4-BE49-F238E27FC236}">
                <a16:creationId xmlns:a16="http://schemas.microsoft.com/office/drawing/2014/main" id="{06A86EE4-2143-776B-2CB2-451002C09A0C}"/>
              </a:ext>
            </a:extLst>
          </p:cNvPr>
          <p:cNvSpPr/>
          <p:nvPr/>
        </p:nvSpPr>
        <p:spPr>
          <a:xfrm>
            <a:off x="784796" y="5844243"/>
            <a:ext cx="2095328" cy="36009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nextRow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, col = 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nextCol</a:t>
            </a:r>
            <a:endParaRPr lang="en-US" altLang="ko-KR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dir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0</a:t>
            </a:r>
          </a:p>
        </p:txBody>
      </p:sp>
      <p:sp>
        <p:nvSpPr>
          <p:cNvPr id="38" name="순서도: 처리 37">
            <a:extLst>
              <a:ext uri="{FF2B5EF4-FFF2-40B4-BE49-F238E27FC236}">
                <a16:creationId xmlns:a16="http://schemas.microsoft.com/office/drawing/2014/main" id="{60B662CD-60BC-C7BB-105F-E9BFFEEBC3A3}"/>
              </a:ext>
            </a:extLst>
          </p:cNvPr>
          <p:cNvSpPr/>
          <p:nvPr/>
        </p:nvSpPr>
        <p:spPr>
          <a:xfrm>
            <a:off x="3465162" y="4197427"/>
            <a:ext cx="662730" cy="34666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++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dir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9" name="순서도: 처리 38">
            <a:extLst>
              <a:ext uri="{FF2B5EF4-FFF2-40B4-BE49-F238E27FC236}">
                <a16:creationId xmlns:a16="http://schemas.microsoft.com/office/drawing/2014/main" id="{B8EF5FA3-8B3E-4241-42F4-76AC61085822}"/>
              </a:ext>
            </a:extLst>
          </p:cNvPr>
          <p:cNvSpPr/>
          <p:nvPr/>
        </p:nvSpPr>
        <p:spPr>
          <a:xfrm>
            <a:off x="3348617" y="3313658"/>
            <a:ext cx="909058" cy="34666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found = 1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1" name="순서도: 판단 40">
            <a:extLst>
              <a:ext uri="{FF2B5EF4-FFF2-40B4-BE49-F238E27FC236}">
                <a16:creationId xmlns:a16="http://schemas.microsoft.com/office/drawing/2014/main" id="{F93AEBD1-7EF2-3167-3E6D-3D7CBC5B6327}"/>
              </a:ext>
            </a:extLst>
          </p:cNvPr>
          <p:cNvSpPr/>
          <p:nvPr/>
        </p:nvSpPr>
        <p:spPr>
          <a:xfrm>
            <a:off x="7340050" y="1098392"/>
            <a:ext cx="1274124" cy="437316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path found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2" name="순서도: 처리 41">
            <a:extLst>
              <a:ext uri="{FF2B5EF4-FFF2-40B4-BE49-F238E27FC236}">
                <a16:creationId xmlns:a16="http://schemas.microsoft.com/office/drawing/2014/main" id="{CDBA10E1-5227-C625-BE16-79B685F705D0}"/>
              </a:ext>
            </a:extLst>
          </p:cNvPr>
          <p:cNvSpPr/>
          <p:nvPr/>
        </p:nvSpPr>
        <p:spPr>
          <a:xfrm>
            <a:off x="7468434" y="1678449"/>
            <a:ext cx="1017355" cy="46411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fopen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path.txt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3" name="순서도: 처리 42">
            <a:extLst>
              <a:ext uri="{FF2B5EF4-FFF2-40B4-BE49-F238E27FC236}">
                <a16:creationId xmlns:a16="http://schemas.microsoft.com/office/drawing/2014/main" id="{D42EDEDB-3F09-24CF-F21D-58C1A356F6CF}"/>
              </a:ext>
            </a:extLst>
          </p:cNvPr>
          <p:cNvSpPr/>
          <p:nvPr/>
        </p:nvSpPr>
        <p:spPr>
          <a:xfrm>
            <a:off x="5664234" y="2387763"/>
            <a:ext cx="4870724" cy="32430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for(temp = head-&gt;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llink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; temp-&gt;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llink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!= head; temp = temp-&gt;</a:t>
            </a:r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llink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4" name="순서도: 처리 43">
            <a:extLst>
              <a:ext uri="{FF2B5EF4-FFF2-40B4-BE49-F238E27FC236}">
                <a16:creationId xmlns:a16="http://schemas.microsoft.com/office/drawing/2014/main" id="{4CBEA799-228F-2FED-B005-7751BFECDA20}"/>
              </a:ext>
            </a:extLst>
          </p:cNvPr>
          <p:cNvSpPr/>
          <p:nvPr/>
        </p:nvSpPr>
        <p:spPr>
          <a:xfrm>
            <a:off x="5664234" y="2718439"/>
            <a:ext cx="4870724" cy="76422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5" name="순서도: 처리 44">
            <a:extLst>
              <a:ext uri="{FF2B5EF4-FFF2-40B4-BE49-F238E27FC236}">
                <a16:creationId xmlns:a16="http://schemas.microsoft.com/office/drawing/2014/main" id="{67E41814-5C32-F97B-BA24-9CCDD8F9EED6}"/>
              </a:ext>
            </a:extLst>
          </p:cNvPr>
          <p:cNvSpPr/>
          <p:nvPr/>
        </p:nvSpPr>
        <p:spPr>
          <a:xfrm>
            <a:off x="5816634" y="2870839"/>
            <a:ext cx="4542707" cy="44281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fprint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temp-&gt;row temp-&gt;col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6" name="순서도: 처리 45">
            <a:extLst>
              <a:ext uri="{FF2B5EF4-FFF2-40B4-BE49-F238E27FC236}">
                <a16:creationId xmlns:a16="http://schemas.microsoft.com/office/drawing/2014/main" id="{E854F1C9-ED9B-EE16-5A9B-42002EB29835}"/>
              </a:ext>
            </a:extLst>
          </p:cNvPr>
          <p:cNvSpPr/>
          <p:nvPr/>
        </p:nvSpPr>
        <p:spPr>
          <a:xfrm>
            <a:off x="5832722" y="3668115"/>
            <a:ext cx="4542707" cy="44281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fprint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temp-&gt;row temp-&gt;col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7" name="순서도: 처리 46">
            <a:extLst>
              <a:ext uri="{FF2B5EF4-FFF2-40B4-BE49-F238E27FC236}">
                <a16:creationId xmlns:a16="http://schemas.microsoft.com/office/drawing/2014/main" id="{10776D08-27DD-E97C-D1CA-849275852BFF}"/>
              </a:ext>
            </a:extLst>
          </p:cNvPr>
          <p:cNvSpPr/>
          <p:nvPr/>
        </p:nvSpPr>
        <p:spPr>
          <a:xfrm>
            <a:off x="5828242" y="4264349"/>
            <a:ext cx="4542707" cy="44281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fprint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row col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8" name="순서도: 처리 47">
            <a:extLst>
              <a:ext uri="{FF2B5EF4-FFF2-40B4-BE49-F238E27FC236}">
                <a16:creationId xmlns:a16="http://schemas.microsoft.com/office/drawing/2014/main" id="{675CEA99-9E5A-FA73-AAA2-AB4249F1946E}"/>
              </a:ext>
            </a:extLst>
          </p:cNvPr>
          <p:cNvSpPr/>
          <p:nvPr/>
        </p:nvSpPr>
        <p:spPr>
          <a:xfrm>
            <a:off x="5828242" y="4825248"/>
            <a:ext cx="4542707" cy="44281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fprint</a:t>
            </a:r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 EXIT_ROW EXIT_COL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63" name="순서도: 처리 62">
            <a:extLst>
              <a:ext uri="{FF2B5EF4-FFF2-40B4-BE49-F238E27FC236}">
                <a16:creationId xmlns:a16="http://schemas.microsoft.com/office/drawing/2014/main" id="{A2ED0ACB-7F6B-9A0F-D645-2AC775B5CAFF}"/>
              </a:ext>
            </a:extLst>
          </p:cNvPr>
          <p:cNvSpPr/>
          <p:nvPr/>
        </p:nvSpPr>
        <p:spPr>
          <a:xfrm>
            <a:off x="8871465" y="1098392"/>
            <a:ext cx="1487876" cy="46411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there’s no path</a:t>
            </a:r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8C912DCA-B47D-C95D-64ED-11B595A6C956}"/>
              </a:ext>
            </a:extLst>
          </p:cNvPr>
          <p:cNvCxnSpPr>
            <a:stCxn id="4" idx="3"/>
            <a:endCxn id="17" idx="1"/>
          </p:cNvCxnSpPr>
          <p:nvPr/>
        </p:nvCxnSpPr>
        <p:spPr>
          <a:xfrm>
            <a:off x="1019213" y="643912"/>
            <a:ext cx="1905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7918AAEC-12BA-B446-F8E6-AE6870F5AD1D}"/>
              </a:ext>
            </a:extLst>
          </p:cNvPr>
          <p:cNvCxnSpPr>
            <a:stCxn id="17" idx="3"/>
            <a:endCxn id="11" idx="1"/>
          </p:cNvCxnSpPr>
          <p:nvPr/>
        </p:nvCxnSpPr>
        <p:spPr>
          <a:xfrm flipV="1">
            <a:off x="3676651" y="643912"/>
            <a:ext cx="13009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54072E07-99A3-CE8B-74F2-88BA54EFCFD3}"/>
              </a:ext>
            </a:extLst>
          </p:cNvPr>
          <p:cNvCxnSpPr>
            <a:stCxn id="11" idx="3"/>
            <a:endCxn id="10" idx="1"/>
          </p:cNvCxnSpPr>
          <p:nvPr/>
        </p:nvCxnSpPr>
        <p:spPr>
          <a:xfrm flipV="1">
            <a:off x="4840743" y="638747"/>
            <a:ext cx="112465" cy="5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F5E374B7-ABFF-AA5A-6A2E-E663072B5912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 flipV="1">
            <a:off x="5832722" y="638746"/>
            <a:ext cx="15755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연결선: 꺾임 80">
            <a:extLst>
              <a:ext uri="{FF2B5EF4-FFF2-40B4-BE49-F238E27FC236}">
                <a16:creationId xmlns:a16="http://schemas.microsoft.com/office/drawing/2014/main" id="{5DEAF0C9-7790-6C0B-C46C-F3382F085DA6}"/>
              </a:ext>
            </a:extLst>
          </p:cNvPr>
          <p:cNvCxnSpPr>
            <a:stCxn id="12" idx="3"/>
          </p:cNvCxnSpPr>
          <p:nvPr/>
        </p:nvCxnSpPr>
        <p:spPr>
          <a:xfrm flipH="1">
            <a:off x="2678734" y="638746"/>
            <a:ext cx="5657597" cy="372534"/>
          </a:xfrm>
          <a:prstGeom prst="bentConnector3">
            <a:avLst>
              <a:gd name="adj1" fmla="val -404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1F98BEFE-CB9B-3ED4-E65F-844E514BB6EF}"/>
              </a:ext>
            </a:extLst>
          </p:cNvPr>
          <p:cNvCxnSpPr/>
          <p:nvPr/>
        </p:nvCxnSpPr>
        <p:spPr>
          <a:xfrm>
            <a:off x="2678734" y="989228"/>
            <a:ext cx="0" cy="1521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868D9ED7-DABD-B9CA-8502-AB42595D2673}"/>
              </a:ext>
            </a:extLst>
          </p:cNvPr>
          <p:cNvCxnSpPr>
            <a:stCxn id="8" idx="3"/>
            <a:endCxn id="15" idx="1"/>
          </p:cNvCxnSpPr>
          <p:nvPr/>
        </p:nvCxnSpPr>
        <p:spPr>
          <a:xfrm flipV="1">
            <a:off x="2678734" y="1810271"/>
            <a:ext cx="133123" cy="68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71897327-3231-AA2A-2A12-B811C7630246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 flipH="1">
            <a:off x="2750642" y="2052724"/>
            <a:ext cx="1169383" cy="1588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D19F077B-F6BD-3D37-D7C2-C207395286F5}"/>
              </a:ext>
            </a:extLst>
          </p:cNvPr>
          <p:cNvCxnSpPr>
            <a:stCxn id="19" idx="2"/>
            <a:endCxn id="22" idx="0"/>
          </p:cNvCxnSpPr>
          <p:nvPr/>
        </p:nvCxnSpPr>
        <p:spPr>
          <a:xfrm flipH="1">
            <a:off x="1820352" y="3041536"/>
            <a:ext cx="12108" cy="797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762466C3-C7AE-C9F4-7F3E-751FD0811E43}"/>
              </a:ext>
            </a:extLst>
          </p:cNvPr>
          <p:cNvCxnSpPr>
            <a:stCxn id="22" idx="3"/>
            <a:endCxn id="39" idx="1"/>
          </p:cNvCxnSpPr>
          <p:nvPr/>
        </p:nvCxnSpPr>
        <p:spPr>
          <a:xfrm>
            <a:off x="3095625" y="3486990"/>
            <a:ext cx="2529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B403006A-957E-554F-61EB-1EDEE9D3F7B0}"/>
              </a:ext>
            </a:extLst>
          </p:cNvPr>
          <p:cNvCxnSpPr>
            <a:stCxn id="22" idx="2"/>
            <a:endCxn id="27" idx="0"/>
          </p:cNvCxnSpPr>
          <p:nvPr/>
        </p:nvCxnSpPr>
        <p:spPr>
          <a:xfrm>
            <a:off x="1820352" y="3852708"/>
            <a:ext cx="0" cy="1088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DDD212A3-A784-C55B-E591-D1D78EFE9BD9}"/>
              </a:ext>
            </a:extLst>
          </p:cNvPr>
          <p:cNvCxnSpPr>
            <a:stCxn id="27" idx="2"/>
            <a:endCxn id="34" idx="0"/>
          </p:cNvCxnSpPr>
          <p:nvPr/>
        </p:nvCxnSpPr>
        <p:spPr>
          <a:xfrm>
            <a:off x="1820352" y="4692999"/>
            <a:ext cx="0" cy="842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C5288D24-2E65-DD44-C8B4-9C39EFA2186C}"/>
              </a:ext>
            </a:extLst>
          </p:cNvPr>
          <p:cNvCxnSpPr>
            <a:stCxn id="34" idx="2"/>
            <a:endCxn id="36" idx="0"/>
          </p:cNvCxnSpPr>
          <p:nvPr/>
        </p:nvCxnSpPr>
        <p:spPr>
          <a:xfrm>
            <a:off x="1820352" y="5137339"/>
            <a:ext cx="0" cy="96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0D22CE3C-A496-A666-F5D5-1A2C8AD299BE}"/>
              </a:ext>
            </a:extLst>
          </p:cNvPr>
          <p:cNvCxnSpPr>
            <a:stCxn id="36" idx="2"/>
            <a:endCxn id="37" idx="0"/>
          </p:cNvCxnSpPr>
          <p:nvPr/>
        </p:nvCxnSpPr>
        <p:spPr>
          <a:xfrm>
            <a:off x="1820352" y="5749281"/>
            <a:ext cx="12108" cy="949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62E793D7-A00E-7CEA-5C89-A86B49128CA9}"/>
              </a:ext>
            </a:extLst>
          </p:cNvPr>
          <p:cNvCxnSpPr>
            <a:stCxn id="27" idx="3"/>
            <a:endCxn id="38" idx="1"/>
          </p:cNvCxnSpPr>
          <p:nvPr/>
        </p:nvCxnSpPr>
        <p:spPr>
          <a:xfrm>
            <a:off x="3095625" y="4327281"/>
            <a:ext cx="369537" cy="434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48979E5A-FE08-4AD1-8129-2075664450C2}"/>
              </a:ext>
            </a:extLst>
          </p:cNvPr>
          <p:cNvCxnSpPr>
            <a:stCxn id="50" idx="3"/>
            <a:endCxn id="41" idx="1"/>
          </p:cNvCxnSpPr>
          <p:nvPr/>
        </p:nvCxnSpPr>
        <p:spPr>
          <a:xfrm flipV="1">
            <a:off x="5199998" y="1317050"/>
            <a:ext cx="214005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67E98951-2F23-6D72-164E-84B2757675E9}"/>
              </a:ext>
            </a:extLst>
          </p:cNvPr>
          <p:cNvCxnSpPr>
            <a:stCxn id="41" idx="3"/>
            <a:endCxn id="63" idx="1"/>
          </p:cNvCxnSpPr>
          <p:nvPr/>
        </p:nvCxnSpPr>
        <p:spPr>
          <a:xfrm>
            <a:off x="8614174" y="1317050"/>
            <a:ext cx="257291" cy="13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직선 화살표 연결선 122">
            <a:extLst>
              <a:ext uri="{FF2B5EF4-FFF2-40B4-BE49-F238E27FC236}">
                <a16:creationId xmlns:a16="http://schemas.microsoft.com/office/drawing/2014/main" id="{0D77CFFB-2CEA-79F6-4455-64ED021FC41B}"/>
              </a:ext>
            </a:extLst>
          </p:cNvPr>
          <p:cNvCxnSpPr>
            <a:stCxn id="41" idx="2"/>
            <a:endCxn id="42" idx="0"/>
          </p:cNvCxnSpPr>
          <p:nvPr/>
        </p:nvCxnSpPr>
        <p:spPr>
          <a:xfrm>
            <a:off x="7977112" y="1535708"/>
            <a:ext cx="0" cy="1427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F8B56FCB-93A3-3BA4-FE79-72A4361D8633}"/>
              </a:ext>
            </a:extLst>
          </p:cNvPr>
          <p:cNvCxnSpPr>
            <a:stCxn id="42" idx="2"/>
          </p:cNvCxnSpPr>
          <p:nvPr/>
        </p:nvCxnSpPr>
        <p:spPr>
          <a:xfrm flipH="1">
            <a:off x="7977111" y="2142562"/>
            <a:ext cx="1" cy="2452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직선 화살표 연결선 126">
            <a:extLst>
              <a:ext uri="{FF2B5EF4-FFF2-40B4-BE49-F238E27FC236}">
                <a16:creationId xmlns:a16="http://schemas.microsoft.com/office/drawing/2014/main" id="{7412EAD2-1E95-E583-ACB9-20587CC0F24B}"/>
              </a:ext>
            </a:extLst>
          </p:cNvPr>
          <p:cNvCxnSpPr>
            <a:stCxn id="44" idx="2"/>
            <a:endCxn id="46" idx="0"/>
          </p:cNvCxnSpPr>
          <p:nvPr/>
        </p:nvCxnSpPr>
        <p:spPr>
          <a:xfrm>
            <a:off x="8099596" y="3482666"/>
            <a:ext cx="4480" cy="1854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직선 화살표 연결선 134">
            <a:extLst>
              <a:ext uri="{FF2B5EF4-FFF2-40B4-BE49-F238E27FC236}">
                <a16:creationId xmlns:a16="http://schemas.microsoft.com/office/drawing/2014/main" id="{BCE217C7-9B30-6C94-58A8-297887BEF3A9}"/>
              </a:ext>
            </a:extLst>
          </p:cNvPr>
          <p:cNvCxnSpPr>
            <a:stCxn id="46" idx="2"/>
            <a:endCxn id="47" idx="0"/>
          </p:cNvCxnSpPr>
          <p:nvPr/>
        </p:nvCxnSpPr>
        <p:spPr>
          <a:xfrm flipH="1">
            <a:off x="8099596" y="4110934"/>
            <a:ext cx="4480" cy="1534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직선 화살표 연결선 136">
            <a:extLst>
              <a:ext uri="{FF2B5EF4-FFF2-40B4-BE49-F238E27FC236}">
                <a16:creationId xmlns:a16="http://schemas.microsoft.com/office/drawing/2014/main" id="{C4EC992A-ABD6-B875-225D-C5DFDF87E786}"/>
              </a:ext>
            </a:extLst>
          </p:cNvPr>
          <p:cNvCxnSpPr>
            <a:stCxn id="47" idx="2"/>
            <a:endCxn id="48" idx="0"/>
          </p:cNvCxnSpPr>
          <p:nvPr/>
        </p:nvCxnSpPr>
        <p:spPr>
          <a:xfrm>
            <a:off x="8099596" y="4707168"/>
            <a:ext cx="0" cy="118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A7138E15-FEA5-0789-0DF9-11DD1DF96574}"/>
              </a:ext>
            </a:extLst>
          </p:cNvPr>
          <p:cNvSpPr txBox="1"/>
          <p:nvPr/>
        </p:nvSpPr>
        <p:spPr>
          <a:xfrm>
            <a:off x="11810162" y="6429131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0EAC78E2-C4FF-DA0F-9932-B72435FF648A}"/>
              </a:ext>
            </a:extLst>
          </p:cNvPr>
          <p:cNvSpPr txBox="1"/>
          <p:nvPr/>
        </p:nvSpPr>
        <p:spPr>
          <a:xfrm>
            <a:off x="13107885" y="5668869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91DF2C2E-7D4A-62F5-4CA4-378DEAAF7C34}"/>
              </a:ext>
            </a:extLst>
          </p:cNvPr>
          <p:cNvSpPr txBox="1"/>
          <p:nvPr/>
        </p:nvSpPr>
        <p:spPr>
          <a:xfrm>
            <a:off x="2891321" y="3174889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86984831-0AB2-6918-A244-0E2FA2253D6D}"/>
              </a:ext>
            </a:extLst>
          </p:cNvPr>
          <p:cNvSpPr txBox="1"/>
          <p:nvPr/>
        </p:nvSpPr>
        <p:spPr>
          <a:xfrm>
            <a:off x="1254226" y="4546293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BC914154-7BDD-1D63-1924-E1A5341A45C0}"/>
              </a:ext>
            </a:extLst>
          </p:cNvPr>
          <p:cNvSpPr txBox="1"/>
          <p:nvPr/>
        </p:nvSpPr>
        <p:spPr>
          <a:xfrm>
            <a:off x="1241201" y="3742556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69CCA84F-0D0A-6BD1-603A-314C7E8F0EA6}"/>
              </a:ext>
            </a:extLst>
          </p:cNvPr>
          <p:cNvSpPr txBox="1"/>
          <p:nvPr/>
        </p:nvSpPr>
        <p:spPr>
          <a:xfrm>
            <a:off x="2948237" y="4028046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37062F0-00E0-21EF-9FF0-F3CA85E5C285}"/>
              </a:ext>
            </a:extLst>
          </p:cNvPr>
          <p:cNvSpPr txBox="1"/>
          <p:nvPr/>
        </p:nvSpPr>
        <p:spPr>
          <a:xfrm>
            <a:off x="8362110" y="1017653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3C73A0F6-2363-2FEC-6C76-5A6867C1B401}"/>
              </a:ext>
            </a:extLst>
          </p:cNvPr>
          <p:cNvSpPr txBox="1"/>
          <p:nvPr/>
        </p:nvSpPr>
        <p:spPr>
          <a:xfrm>
            <a:off x="7464166" y="142736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15894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17C224CD-E798-4CE7-9891-6BAC15C1189B}"/>
              </a:ext>
            </a:extLst>
          </p:cNvPr>
          <p:cNvSpPr/>
          <p:nvPr/>
        </p:nvSpPr>
        <p:spPr>
          <a:xfrm>
            <a:off x="134289" y="1538641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EF8FB84-EB32-5699-2FAF-64B74271FB62}"/>
              </a:ext>
            </a:extLst>
          </p:cNvPr>
          <p:cNvCxnSpPr>
            <a:cxnSpLocks/>
          </p:cNvCxnSpPr>
          <p:nvPr/>
        </p:nvCxnSpPr>
        <p:spPr>
          <a:xfrm flipV="1">
            <a:off x="13168623" y="7473715"/>
            <a:ext cx="537633" cy="2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AED048B-BE55-8B79-9DFF-2D6770B185CE}"/>
              </a:ext>
            </a:extLst>
          </p:cNvPr>
          <p:cNvSpPr txBox="1"/>
          <p:nvPr/>
        </p:nvSpPr>
        <p:spPr>
          <a:xfrm>
            <a:off x="3992282" y="4150949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main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660BCE-C808-CE60-DE7B-625DE13E8FF6}"/>
              </a:ext>
            </a:extLst>
          </p:cNvPr>
          <p:cNvSpPr txBox="1"/>
          <p:nvPr/>
        </p:nvSpPr>
        <p:spPr>
          <a:xfrm>
            <a:off x="1642190" y="8339983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8F2C86-40F0-2E48-1A24-2A61DEB843A1}"/>
              </a:ext>
            </a:extLst>
          </p:cNvPr>
          <p:cNvSpPr txBox="1"/>
          <p:nvPr/>
        </p:nvSpPr>
        <p:spPr>
          <a:xfrm>
            <a:off x="772409" y="6503127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9AF6B0C4-A0D5-079B-068F-51241CBF9D21}"/>
              </a:ext>
            </a:extLst>
          </p:cNvPr>
          <p:cNvSpPr/>
          <p:nvPr/>
        </p:nvSpPr>
        <p:spPr>
          <a:xfrm>
            <a:off x="11108591" y="3074002"/>
            <a:ext cx="2434400" cy="29843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elements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E96DC4C2-C896-C313-8373-D0C0F38DAF93}"/>
              </a:ext>
            </a:extLst>
          </p:cNvPr>
          <p:cNvSpPr/>
          <p:nvPr/>
        </p:nvSpPr>
        <p:spPr>
          <a:xfrm>
            <a:off x="11108591" y="3372439"/>
            <a:ext cx="2434400" cy="137269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8" name="순서도: 판단 17">
            <a:extLst>
              <a:ext uri="{FF2B5EF4-FFF2-40B4-BE49-F238E27FC236}">
                <a16:creationId xmlns:a16="http://schemas.microsoft.com/office/drawing/2014/main" id="{9E430119-213D-AB9F-5B04-C4EE7115D76A}"/>
              </a:ext>
            </a:extLst>
          </p:cNvPr>
          <p:cNvSpPr/>
          <p:nvPr/>
        </p:nvSpPr>
        <p:spPr>
          <a:xfrm>
            <a:off x="11352988" y="7275574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 operand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50E29BE4-30C3-07C6-225A-EFAA22512C90}"/>
              </a:ext>
            </a:extLst>
          </p:cNvPr>
          <p:cNvSpPr/>
          <p:nvPr/>
        </p:nvSpPr>
        <p:spPr>
          <a:xfrm>
            <a:off x="12991297" y="7283131"/>
            <a:ext cx="1529730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operand and save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81A34B3F-B71C-995A-FDA1-E683A9C33CCD}"/>
              </a:ext>
            </a:extLst>
          </p:cNvPr>
          <p:cNvSpPr/>
          <p:nvPr/>
        </p:nvSpPr>
        <p:spPr>
          <a:xfrm>
            <a:off x="9555910" y="6505915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rparen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88229865-9D5C-7819-17DD-998382C56B9D}"/>
              </a:ext>
            </a:extLst>
          </p:cNvPr>
          <p:cNvSpPr/>
          <p:nvPr/>
        </p:nvSpPr>
        <p:spPr>
          <a:xfrm>
            <a:off x="11194219" y="6418307"/>
            <a:ext cx="1529730" cy="27105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stack’s top data isn’t </a:t>
            </a:r>
            <a:r>
              <a:rPr lang="en-US" altLang="ko-KR" sz="10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lapren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02F9C0F9-C507-7237-E61C-E577BEB96518}"/>
              </a:ext>
            </a:extLst>
          </p:cNvPr>
          <p:cNvSpPr/>
          <p:nvPr/>
        </p:nvSpPr>
        <p:spPr>
          <a:xfrm>
            <a:off x="11194219" y="6689359"/>
            <a:ext cx="1529730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" name="순서도: 처리 12">
            <a:extLst>
              <a:ext uri="{FF2B5EF4-FFF2-40B4-BE49-F238E27FC236}">
                <a16:creationId xmlns:a16="http://schemas.microsoft.com/office/drawing/2014/main" id="{40DC9902-F43E-2F33-E90B-590C316F87D6}"/>
              </a:ext>
            </a:extLst>
          </p:cNvPr>
          <p:cNvSpPr/>
          <p:nvPr/>
        </p:nvSpPr>
        <p:spPr>
          <a:xfrm>
            <a:off x="12962784" y="6505915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pop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516B2486-258F-8BBE-F58F-E20F1C20D385}"/>
              </a:ext>
            </a:extLst>
          </p:cNvPr>
          <p:cNvSpPr/>
          <p:nvPr/>
        </p:nvSpPr>
        <p:spPr>
          <a:xfrm>
            <a:off x="9841815" y="7314348"/>
            <a:ext cx="2882134" cy="53319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top stack’s data’s precedence is ge than incoming token’s precedence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9" name="순서도: 처리 18">
            <a:extLst>
              <a:ext uri="{FF2B5EF4-FFF2-40B4-BE49-F238E27FC236}">
                <a16:creationId xmlns:a16="http://schemas.microsoft.com/office/drawing/2014/main" id="{AC6B4265-1602-856A-1D6D-886CA62F8F96}"/>
              </a:ext>
            </a:extLst>
          </p:cNvPr>
          <p:cNvSpPr/>
          <p:nvPr/>
        </p:nvSpPr>
        <p:spPr>
          <a:xfrm>
            <a:off x="9841815" y="7827402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순서도: 처리 19">
            <a:extLst>
              <a:ext uri="{FF2B5EF4-FFF2-40B4-BE49-F238E27FC236}">
                <a16:creationId xmlns:a16="http://schemas.microsoft.com/office/drawing/2014/main" id="{06F55CD9-6639-35F7-E106-5B856EE4D2A4}"/>
              </a:ext>
            </a:extLst>
          </p:cNvPr>
          <p:cNvSpPr/>
          <p:nvPr/>
        </p:nvSpPr>
        <p:spPr>
          <a:xfrm>
            <a:off x="12962783" y="7720039"/>
            <a:ext cx="827825" cy="46163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token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2" name="순서도: 처리 21">
            <a:extLst>
              <a:ext uri="{FF2B5EF4-FFF2-40B4-BE49-F238E27FC236}">
                <a16:creationId xmlns:a16="http://schemas.microsoft.com/office/drawing/2014/main" id="{1A40CEA9-EF81-18B3-37DD-4731D33950E1}"/>
              </a:ext>
            </a:extLst>
          </p:cNvPr>
          <p:cNvSpPr/>
          <p:nvPr/>
        </p:nvSpPr>
        <p:spPr>
          <a:xfrm>
            <a:off x="3122076" y="7813911"/>
            <a:ext cx="2885989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while popped data != eos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23" name="순서도: 처리 22">
            <a:extLst>
              <a:ext uri="{FF2B5EF4-FFF2-40B4-BE49-F238E27FC236}">
                <a16:creationId xmlns:a16="http://schemas.microsoft.com/office/drawing/2014/main" id="{81B42708-3941-F65E-A746-9B4A762D72E2}"/>
              </a:ext>
            </a:extLst>
          </p:cNvPr>
          <p:cNvSpPr/>
          <p:nvPr/>
        </p:nvSpPr>
        <p:spPr>
          <a:xfrm>
            <a:off x="3122074" y="8264713"/>
            <a:ext cx="2882134" cy="72724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&amp; save token at postexpr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4" name="순서도: 종속 처리 23">
            <a:extLst>
              <a:ext uri="{FF2B5EF4-FFF2-40B4-BE49-F238E27FC236}">
                <a16:creationId xmlns:a16="http://schemas.microsoft.com/office/drawing/2014/main" id="{304C0047-B243-FD7F-A6BB-AB51931915FD}"/>
              </a:ext>
            </a:extLst>
          </p:cNvPr>
          <p:cNvSpPr/>
          <p:nvPr/>
        </p:nvSpPr>
        <p:spPr>
          <a:xfrm>
            <a:off x="6192188" y="7823718"/>
            <a:ext cx="2132509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eval(postexpr)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57ED43-8F4E-0150-98DA-4236FA971FAD}"/>
              </a:ext>
            </a:extLst>
          </p:cNvPr>
          <p:cNvSpPr txBox="1"/>
          <p:nvPr/>
        </p:nvSpPr>
        <p:spPr>
          <a:xfrm>
            <a:off x="11489430" y="7634211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FFA589-E2CD-773E-CC6B-02D219F29D6B}"/>
              </a:ext>
            </a:extLst>
          </p:cNvPr>
          <p:cNvSpPr txBox="1"/>
          <p:nvPr/>
        </p:nvSpPr>
        <p:spPr>
          <a:xfrm>
            <a:off x="9692352" y="6902197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A9A6F7-EB5C-77AB-E0D2-9272F8D6F81B}"/>
              </a:ext>
            </a:extLst>
          </p:cNvPr>
          <p:cNvSpPr txBox="1"/>
          <p:nvPr/>
        </p:nvSpPr>
        <p:spPr>
          <a:xfrm>
            <a:off x="12505977" y="7155261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868ED5-0D21-9A6D-E639-8ADF1436EBBE}"/>
              </a:ext>
            </a:extLst>
          </p:cNvPr>
          <p:cNvSpPr txBox="1"/>
          <p:nvPr/>
        </p:nvSpPr>
        <p:spPr>
          <a:xfrm>
            <a:off x="3421423" y="5934343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7B0F20C-E259-248A-BE5E-3856E175BB53}"/>
              </a:ext>
            </a:extLst>
          </p:cNvPr>
          <p:cNvCxnSpPr>
            <a:stCxn id="27" idx="2"/>
          </p:cNvCxnSpPr>
          <p:nvPr/>
        </p:nvCxnSpPr>
        <p:spPr>
          <a:xfrm>
            <a:off x="12754603" y="7463038"/>
            <a:ext cx="2366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B70CAE17-951D-8F96-B30E-03292D358BEB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12072318" y="7671856"/>
            <a:ext cx="0" cy="2634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34FE010-8B5D-DF61-C2EB-ACC77CA9240B}"/>
              </a:ext>
            </a:extLst>
          </p:cNvPr>
          <p:cNvCxnSpPr>
            <a:stCxn id="8" idx="3"/>
          </p:cNvCxnSpPr>
          <p:nvPr/>
        </p:nvCxnSpPr>
        <p:spPr>
          <a:xfrm>
            <a:off x="10994569" y="6704056"/>
            <a:ext cx="1996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8FF1292-1B87-B6F4-AD35-1A48037DF6DE}"/>
              </a:ext>
            </a:extLst>
          </p:cNvPr>
          <p:cNvCxnSpPr>
            <a:stCxn id="8" idx="2"/>
          </p:cNvCxnSpPr>
          <p:nvPr/>
        </p:nvCxnSpPr>
        <p:spPr>
          <a:xfrm flipH="1">
            <a:off x="10275239" y="6902197"/>
            <a:ext cx="1" cy="412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1D0BEBE7-6F04-86AD-2A0A-362BD03818B4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12723949" y="6736735"/>
            <a:ext cx="238835" cy="183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07B9536A-5EEB-C217-9433-DB697372A691}"/>
              </a:ext>
            </a:extLst>
          </p:cNvPr>
          <p:cNvCxnSpPr>
            <a:endCxn id="20" idx="1"/>
          </p:cNvCxnSpPr>
          <p:nvPr/>
        </p:nvCxnSpPr>
        <p:spPr>
          <a:xfrm flipV="1">
            <a:off x="12723949" y="7950859"/>
            <a:ext cx="238834" cy="226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A8CE5CA-7375-BBA6-1275-8281C00501B6}"/>
              </a:ext>
            </a:extLst>
          </p:cNvPr>
          <p:cNvCxnSpPr>
            <a:stCxn id="22" idx="3"/>
            <a:endCxn id="24" idx="1"/>
          </p:cNvCxnSpPr>
          <p:nvPr/>
        </p:nvCxnSpPr>
        <p:spPr>
          <a:xfrm>
            <a:off x="6008065" y="8044730"/>
            <a:ext cx="184123" cy="10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순서도: 처리 6">
            <a:extLst>
              <a:ext uri="{FF2B5EF4-FFF2-40B4-BE49-F238E27FC236}">
                <a16:creationId xmlns:a16="http://schemas.microsoft.com/office/drawing/2014/main" id="{C228AE12-BAEF-27B8-6319-DEA1B7313774}"/>
              </a:ext>
            </a:extLst>
          </p:cNvPr>
          <p:cNvSpPr/>
          <p:nvPr/>
        </p:nvSpPr>
        <p:spPr>
          <a:xfrm>
            <a:off x="7613742" y="6933203"/>
            <a:ext cx="4370938" cy="36691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for(temp = head-&gt;right; temp != head; temp-&gt;temp-&gt;right)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870B4286-2393-7BC0-7682-BFF85BF6F8EA}"/>
              </a:ext>
            </a:extLst>
          </p:cNvPr>
          <p:cNvSpPr/>
          <p:nvPr/>
        </p:nvSpPr>
        <p:spPr>
          <a:xfrm>
            <a:off x="12301514" y="1992681"/>
            <a:ext cx="764185" cy="483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fopen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a.txt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E206C52F-1261-CDA3-17A7-027DA28CE753}"/>
              </a:ext>
            </a:extLst>
          </p:cNvPr>
          <p:cNvSpPr/>
          <p:nvPr/>
        </p:nvSpPr>
        <p:spPr>
          <a:xfrm>
            <a:off x="5521812" y="6691079"/>
            <a:ext cx="1343385" cy="91250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fprintf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colnums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termnums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9" name="순서도: 처리 28">
            <a:extLst>
              <a:ext uri="{FF2B5EF4-FFF2-40B4-BE49-F238E27FC236}">
                <a16:creationId xmlns:a16="http://schemas.microsoft.com/office/drawing/2014/main" id="{39C9B09F-DF8C-DCB1-CA1E-321235A933BC}"/>
              </a:ext>
            </a:extLst>
          </p:cNvPr>
          <p:cNvSpPr/>
          <p:nvPr/>
        </p:nvSpPr>
        <p:spPr>
          <a:xfrm>
            <a:off x="4808231" y="5812071"/>
            <a:ext cx="4370938" cy="59226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1" name="순서도: 처리 30">
            <a:extLst>
              <a:ext uri="{FF2B5EF4-FFF2-40B4-BE49-F238E27FC236}">
                <a16:creationId xmlns:a16="http://schemas.microsoft.com/office/drawing/2014/main" id="{728A0407-9080-628C-106B-643CC8533BA3}"/>
              </a:ext>
            </a:extLst>
          </p:cNvPr>
          <p:cNvSpPr/>
          <p:nvPr/>
        </p:nvSpPr>
        <p:spPr>
          <a:xfrm>
            <a:off x="3843397" y="185409"/>
            <a:ext cx="4589473" cy="43246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(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fgets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(line, 30,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fp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 != NULL)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3" name="순서도: 처리 32">
            <a:extLst>
              <a:ext uri="{FF2B5EF4-FFF2-40B4-BE49-F238E27FC236}">
                <a16:creationId xmlns:a16="http://schemas.microsoft.com/office/drawing/2014/main" id="{A12FEF96-8B07-6989-E49F-E075E8E62408}"/>
              </a:ext>
            </a:extLst>
          </p:cNvPr>
          <p:cNvSpPr/>
          <p:nvPr/>
        </p:nvSpPr>
        <p:spPr>
          <a:xfrm>
            <a:off x="1623320" y="7157466"/>
            <a:ext cx="3378423" cy="301475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head = head-&gt;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u.next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5" name="순서도: 처리 34">
            <a:extLst>
              <a:ext uri="{FF2B5EF4-FFF2-40B4-BE49-F238E27FC236}">
                <a16:creationId xmlns:a16="http://schemas.microsoft.com/office/drawing/2014/main" id="{DB233AE7-6339-D610-94CF-814E94FFBAFE}"/>
              </a:ext>
            </a:extLst>
          </p:cNvPr>
          <p:cNvSpPr/>
          <p:nvPr/>
        </p:nvSpPr>
        <p:spPr>
          <a:xfrm>
            <a:off x="13852797" y="3716351"/>
            <a:ext cx="776561" cy="56533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a.txt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9FABD8D4-7C25-1CC7-89D6-17399192197B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5456627" y="7139812"/>
            <a:ext cx="65185" cy="7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순서도: 처리 8">
            <a:extLst>
              <a:ext uri="{FF2B5EF4-FFF2-40B4-BE49-F238E27FC236}">
                <a16:creationId xmlns:a16="http://schemas.microsoft.com/office/drawing/2014/main" id="{D1E6C544-5667-6CF9-A73E-A8C54ABDB187}"/>
              </a:ext>
            </a:extLst>
          </p:cNvPr>
          <p:cNvSpPr/>
          <p:nvPr/>
        </p:nvSpPr>
        <p:spPr>
          <a:xfrm>
            <a:off x="2652839" y="1508811"/>
            <a:ext cx="954012" cy="483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fopen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maze.txt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9" name="순서도: 처리 38">
            <a:extLst>
              <a:ext uri="{FF2B5EF4-FFF2-40B4-BE49-F238E27FC236}">
                <a16:creationId xmlns:a16="http://schemas.microsoft.com/office/drawing/2014/main" id="{E9DD23DE-1A65-DF1B-96A0-71AF5E4DA8CE}"/>
              </a:ext>
            </a:extLst>
          </p:cNvPr>
          <p:cNvSpPr/>
          <p:nvPr/>
        </p:nvSpPr>
        <p:spPr>
          <a:xfrm>
            <a:off x="13218155" y="2409879"/>
            <a:ext cx="1038226" cy="60350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fscanf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number of element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4" name="순서도: 처리 43">
            <a:extLst>
              <a:ext uri="{FF2B5EF4-FFF2-40B4-BE49-F238E27FC236}">
                <a16:creationId xmlns:a16="http://schemas.microsoft.com/office/drawing/2014/main" id="{18ED4F92-2DF0-A9E2-0EB0-C2FF5906BE9D}"/>
              </a:ext>
            </a:extLst>
          </p:cNvPr>
          <p:cNvSpPr/>
          <p:nvPr/>
        </p:nvSpPr>
        <p:spPr>
          <a:xfrm>
            <a:off x="11806678" y="3515147"/>
            <a:ext cx="1038226" cy="483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fscanf</a:t>
            </a: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cof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, exp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7" name="순서도: 종속 처리 46">
            <a:extLst>
              <a:ext uri="{FF2B5EF4-FFF2-40B4-BE49-F238E27FC236}">
                <a16:creationId xmlns:a16="http://schemas.microsoft.com/office/drawing/2014/main" id="{EE5B1C03-531F-F0D1-8C1E-FA472DD87B7F}"/>
              </a:ext>
            </a:extLst>
          </p:cNvPr>
          <p:cNvSpPr/>
          <p:nvPr/>
        </p:nvSpPr>
        <p:spPr>
          <a:xfrm>
            <a:off x="11340286" y="4141725"/>
            <a:ext cx="2016858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attach() </a:t>
            </a: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coef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, exp at arear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8" name="순서도: 처리 47">
            <a:extLst>
              <a:ext uri="{FF2B5EF4-FFF2-40B4-BE49-F238E27FC236}">
                <a16:creationId xmlns:a16="http://schemas.microsoft.com/office/drawing/2014/main" id="{99475D8B-B2E7-5BA4-C587-7ADCB6A5842D}"/>
              </a:ext>
            </a:extLst>
          </p:cNvPr>
          <p:cNvSpPr/>
          <p:nvPr/>
        </p:nvSpPr>
        <p:spPr>
          <a:xfrm>
            <a:off x="11108591" y="5009328"/>
            <a:ext cx="2434400" cy="29843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elements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49" name="순서도: 처리 48">
            <a:extLst>
              <a:ext uri="{FF2B5EF4-FFF2-40B4-BE49-F238E27FC236}">
                <a16:creationId xmlns:a16="http://schemas.microsoft.com/office/drawing/2014/main" id="{E5905821-74E5-8EE3-1462-2E0178885ACC}"/>
              </a:ext>
            </a:extLst>
          </p:cNvPr>
          <p:cNvSpPr/>
          <p:nvPr/>
        </p:nvSpPr>
        <p:spPr>
          <a:xfrm>
            <a:off x="11108591" y="5307765"/>
            <a:ext cx="2434400" cy="137612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1" name="순서도: 처리 50">
            <a:extLst>
              <a:ext uri="{FF2B5EF4-FFF2-40B4-BE49-F238E27FC236}">
                <a16:creationId xmlns:a16="http://schemas.microsoft.com/office/drawing/2014/main" id="{9DDA5D8B-2120-B0D9-5728-A3517B7CF53D}"/>
              </a:ext>
            </a:extLst>
          </p:cNvPr>
          <p:cNvSpPr/>
          <p:nvPr/>
        </p:nvSpPr>
        <p:spPr>
          <a:xfrm>
            <a:off x="9346720" y="5253307"/>
            <a:ext cx="764185" cy="483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fopen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b.txt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3" name="순서도: 처리 52">
            <a:extLst>
              <a:ext uri="{FF2B5EF4-FFF2-40B4-BE49-F238E27FC236}">
                <a16:creationId xmlns:a16="http://schemas.microsoft.com/office/drawing/2014/main" id="{F06AB4F7-BBFE-F48C-CE7D-66BC82E59D8D}"/>
              </a:ext>
            </a:extLst>
          </p:cNvPr>
          <p:cNvSpPr/>
          <p:nvPr/>
        </p:nvSpPr>
        <p:spPr>
          <a:xfrm>
            <a:off x="13852797" y="5651677"/>
            <a:ext cx="776561" cy="56533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fclose</a:t>
            </a:r>
            <a:endParaRPr lang="en-US" altLang="ko-KR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b.txt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4" name="순서도: 처리 53">
            <a:extLst>
              <a:ext uri="{FF2B5EF4-FFF2-40B4-BE49-F238E27FC236}">
                <a16:creationId xmlns:a16="http://schemas.microsoft.com/office/drawing/2014/main" id="{F76042AB-91BE-35F4-56FB-ED41D1021668}"/>
              </a:ext>
            </a:extLst>
          </p:cNvPr>
          <p:cNvSpPr/>
          <p:nvPr/>
        </p:nvSpPr>
        <p:spPr>
          <a:xfrm>
            <a:off x="8264790" y="5255033"/>
            <a:ext cx="954011" cy="483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 =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brear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5" name="순서도: 처리 54">
            <a:extLst>
              <a:ext uri="{FF2B5EF4-FFF2-40B4-BE49-F238E27FC236}">
                <a16:creationId xmlns:a16="http://schemas.microsoft.com/office/drawing/2014/main" id="{DD927081-298C-3A73-494C-101F21C339DC}"/>
              </a:ext>
            </a:extLst>
          </p:cNvPr>
          <p:cNvSpPr/>
          <p:nvPr/>
        </p:nvSpPr>
        <p:spPr>
          <a:xfrm>
            <a:off x="10238824" y="5192962"/>
            <a:ext cx="1038226" cy="60350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fscanf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number of element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6" name="순서도: 처리 55">
            <a:extLst>
              <a:ext uri="{FF2B5EF4-FFF2-40B4-BE49-F238E27FC236}">
                <a16:creationId xmlns:a16="http://schemas.microsoft.com/office/drawing/2014/main" id="{58EC9899-9613-B5B0-7C17-431DD54B6AEE}"/>
              </a:ext>
            </a:extLst>
          </p:cNvPr>
          <p:cNvSpPr/>
          <p:nvPr/>
        </p:nvSpPr>
        <p:spPr>
          <a:xfrm>
            <a:off x="11806678" y="5450473"/>
            <a:ext cx="1038226" cy="483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fscanf</a:t>
            </a: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cof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, exp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7" name="순서도: 종속 처리 56">
            <a:extLst>
              <a:ext uri="{FF2B5EF4-FFF2-40B4-BE49-F238E27FC236}">
                <a16:creationId xmlns:a16="http://schemas.microsoft.com/office/drawing/2014/main" id="{964E7D75-719C-2740-2B73-B2E8601BC043}"/>
              </a:ext>
            </a:extLst>
          </p:cNvPr>
          <p:cNvSpPr/>
          <p:nvPr/>
        </p:nvSpPr>
        <p:spPr>
          <a:xfrm>
            <a:off x="11340286" y="6077051"/>
            <a:ext cx="2016858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attach() </a:t>
            </a: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coef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, exp at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brear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8" name="순서도: 종속 처리 57">
            <a:extLst>
              <a:ext uri="{FF2B5EF4-FFF2-40B4-BE49-F238E27FC236}">
                <a16:creationId xmlns:a16="http://schemas.microsoft.com/office/drawing/2014/main" id="{1DDC1142-F943-D5D0-9542-B4E5209DCB74}"/>
              </a:ext>
            </a:extLst>
          </p:cNvPr>
          <p:cNvSpPr/>
          <p:nvPr/>
        </p:nvSpPr>
        <p:spPr>
          <a:xfrm>
            <a:off x="8210372" y="6637893"/>
            <a:ext cx="2016858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d =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pmult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a,b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)</a:t>
            </a: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pwrite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(d)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60" name="연결선: 꺾임 59">
            <a:extLst>
              <a:ext uri="{FF2B5EF4-FFF2-40B4-BE49-F238E27FC236}">
                <a16:creationId xmlns:a16="http://schemas.microsoft.com/office/drawing/2014/main" id="{0FF1F1B6-C910-EBCE-C5D9-A47F7C1D526B}"/>
              </a:ext>
            </a:extLst>
          </p:cNvPr>
          <p:cNvCxnSpPr>
            <a:stCxn id="35" idx="3"/>
          </p:cNvCxnSpPr>
          <p:nvPr/>
        </p:nvCxnSpPr>
        <p:spPr>
          <a:xfrm flipH="1">
            <a:off x="7622954" y="3999017"/>
            <a:ext cx="7006404" cy="879488"/>
          </a:xfrm>
          <a:prstGeom prst="bentConnector3">
            <a:avLst>
              <a:gd name="adj1" fmla="val -326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F2F6F138-7BDA-1E7C-4110-FF1287B6F8F2}"/>
              </a:ext>
            </a:extLst>
          </p:cNvPr>
          <p:cNvCxnSpPr/>
          <p:nvPr/>
        </p:nvCxnSpPr>
        <p:spPr>
          <a:xfrm flipH="1">
            <a:off x="5808311" y="4512568"/>
            <a:ext cx="7006404" cy="879488"/>
          </a:xfrm>
          <a:prstGeom prst="bentConnector3">
            <a:avLst>
              <a:gd name="adj1" fmla="val -326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5B1334E2-7DB9-94A8-CD58-24FA27FC4EB4}"/>
              </a:ext>
            </a:extLst>
          </p:cNvPr>
          <p:cNvCxnSpPr>
            <a:stCxn id="15" idx="3"/>
            <a:endCxn id="39" idx="1"/>
          </p:cNvCxnSpPr>
          <p:nvPr/>
        </p:nvCxnSpPr>
        <p:spPr>
          <a:xfrm>
            <a:off x="13065699" y="2234616"/>
            <a:ext cx="152456" cy="4770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3AE1A296-4715-47F7-A099-1588A459AFE8}"/>
              </a:ext>
            </a:extLst>
          </p:cNvPr>
          <p:cNvCxnSpPr>
            <a:stCxn id="39" idx="3"/>
            <a:endCxn id="5" idx="1"/>
          </p:cNvCxnSpPr>
          <p:nvPr/>
        </p:nvCxnSpPr>
        <p:spPr>
          <a:xfrm flipH="1">
            <a:off x="11108591" y="2711629"/>
            <a:ext cx="3147790" cy="13471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31F6E96D-ACA3-9576-6C7E-C7E7DD89DC97}"/>
              </a:ext>
            </a:extLst>
          </p:cNvPr>
          <p:cNvCxnSpPr>
            <a:stCxn id="5" idx="3"/>
            <a:endCxn id="35" idx="1"/>
          </p:cNvCxnSpPr>
          <p:nvPr/>
        </p:nvCxnSpPr>
        <p:spPr>
          <a:xfrm flipV="1">
            <a:off x="13542991" y="3999017"/>
            <a:ext cx="309806" cy="597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067E1BDF-1A29-1B8A-F223-C44E3367BC76}"/>
              </a:ext>
            </a:extLst>
          </p:cNvPr>
          <p:cNvCxnSpPr>
            <a:stCxn id="54" idx="3"/>
            <a:endCxn id="51" idx="1"/>
          </p:cNvCxnSpPr>
          <p:nvPr/>
        </p:nvCxnSpPr>
        <p:spPr>
          <a:xfrm flipV="1">
            <a:off x="9218801" y="5495242"/>
            <a:ext cx="127919" cy="1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7DA8B8B0-130D-332E-E956-4875CACE55EB}"/>
              </a:ext>
            </a:extLst>
          </p:cNvPr>
          <p:cNvCxnSpPr>
            <a:cxnSpLocks/>
          </p:cNvCxnSpPr>
          <p:nvPr/>
        </p:nvCxnSpPr>
        <p:spPr>
          <a:xfrm>
            <a:off x="14506466" y="4963093"/>
            <a:ext cx="22924" cy="142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9153B424-04D4-38B0-3B4E-528057590F07}"/>
              </a:ext>
            </a:extLst>
          </p:cNvPr>
          <p:cNvCxnSpPr>
            <a:stCxn id="51" idx="3"/>
            <a:endCxn id="55" idx="1"/>
          </p:cNvCxnSpPr>
          <p:nvPr/>
        </p:nvCxnSpPr>
        <p:spPr>
          <a:xfrm flipV="1">
            <a:off x="10110905" y="5494712"/>
            <a:ext cx="127919" cy="5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954F2842-D00D-40C8-5FE7-B6ECA9758C86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11277050" y="5494712"/>
            <a:ext cx="2012216" cy="14651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660E5388-CA7C-A8CF-10DF-52FC3B16B985}"/>
              </a:ext>
            </a:extLst>
          </p:cNvPr>
          <p:cNvCxnSpPr>
            <a:cxnSpLocks/>
          </p:cNvCxnSpPr>
          <p:nvPr/>
        </p:nvCxnSpPr>
        <p:spPr>
          <a:xfrm>
            <a:off x="14506466" y="6898419"/>
            <a:ext cx="22924" cy="142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5FD2782F-12E0-2550-9D8D-4A77D246DE48}"/>
              </a:ext>
            </a:extLst>
          </p:cNvPr>
          <p:cNvCxnSpPr>
            <a:stCxn id="49" idx="3"/>
            <a:endCxn id="53" idx="1"/>
          </p:cNvCxnSpPr>
          <p:nvPr/>
        </p:nvCxnSpPr>
        <p:spPr>
          <a:xfrm flipV="1">
            <a:off x="13542991" y="5934343"/>
            <a:ext cx="309806" cy="614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F5C55538-FDD1-F5FC-CC4A-80F52522FCAA}"/>
              </a:ext>
            </a:extLst>
          </p:cNvPr>
          <p:cNvCxnSpPr>
            <a:endCxn id="58" idx="1"/>
          </p:cNvCxnSpPr>
          <p:nvPr/>
        </p:nvCxnSpPr>
        <p:spPr>
          <a:xfrm rot="16200000" flipH="1">
            <a:off x="7860719" y="6519937"/>
            <a:ext cx="513459" cy="18584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순서도: 처리 49">
            <a:extLst>
              <a:ext uri="{FF2B5EF4-FFF2-40B4-BE49-F238E27FC236}">
                <a16:creationId xmlns:a16="http://schemas.microsoft.com/office/drawing/2014/main" id="{4ADC525D-A335-C51D-8C92-F8B933DAE7EA}"/>
              </a:ext>
            </a:extLst>
          </p:cNvPr>
          <p:cNvSpPr/>
          <p:nvPr/>
        </p:nvSpPr>
        <p:spPr>
          <a:xfrm>
            <a:off x="3843397" y="622803"/>
            <a:ext cx="4589473" cy="258432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9" name="순서도: 판단 58">
            <a:extLst>
              <a:ext uri="{FF2B5EF4-FFF2-40B4-BE49-F238E27FC236}">
                <a16:creationId xmlns:a16="http://schemas.microsoft.com/office/drawing/2014/main" id="{8F2597D7-B666-5EBC-E1C0-1B4C6477A552}"/>
              </a:ext>
            </a:extLst>
          </p:cNvPr>
          <p:cNvSpPr/>
          <p:nvPr/>
        </p:nvSpPr>
        <p:spPr>
          <a:xfrm>
            <a:off x="3921040" y="1001799"/>
            <a:ext cx="1737773" cy="59226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first line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2" name="순서도: 처리 61">
            <a:extLst>
              <a:ext uri="{FF2B5EF4-FFF2-40B4-BE49-F238E27FC236}">
                <a16:creationId xmlns:a16="http://schemas.microsoft.com/office/drawing/2014/main" id="{F04677F7-CACD-1DC5-724F-3A58E7FA03A4}"/>
              </a:ext>
            </a:extLst>
          </p:cNvPr>
          <p:cNvSpPr/>
          <p:nvPr/>
        </p:nvSpPr>
        <p:spPr>
          <a:xfrm>
            <a:off x="5888855" y="792440"/>
            <a:ext cx="2395567" cy="27416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line[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 != ‘\n’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0" name="순서도: 처리 69">
            <a:extLst>
              <a:ext uri="{FF2B5EF4-FFF2-40B4-BE49-F238E27FC236}">
                <a16:creationId xmlns:a16="http://schemas.microsoft.com/office/drawing/2014/main" id="{195668AD-53FE-3E51-B1E0-777916A4CFDE}"/>
              </a:ext>
            </a:extLst>
          </p:cNvPr>
          <p:cNvSpPr/>
          <p:nvPr/>
        </p:nvSpPr>
        <p:spPr>
          <a:xfrm>
            <a:off x="5888855" y="1067776"/>
            <a:ext cx="2395567" cy="69603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1" name="순서도: 처리 20">
            <a:extLst>
              <a:ext uri="{FF2B5EF4-FFF2-40B4-BE49-F238E27FC236}">
                <a16:creationId xmlns:a16="http://schemas.microsoft.com/office/drawing/2014/main" id="{D0F15BBB-D23C-E275-5BB1-6206DCAFDFF1}"/>
              </a:ext>
            </a:extLst>
          </p:cNvPr>
          <p:cNvSpPr/>
          <p:nvPr/>
        </p:nvSpPr>
        <p:spPr>
          <a:xfrm>
            <a:off x="6106125" y="1161115"/>
            <a:ext cx="1961026" cy="483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maze[0][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 = line[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 – ‘0’</a:t>
            </a: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colnum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++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2" name="순서도: 처리 71">
            <a:extLst>
              <a:ext uri="{FF2B5EF4-FFF2-40B4-BE49-F238E27FC236}">
                <a16:creationId xmlns:a16="http://schemas.microsoft.com/office/drawing/2014/main" id="{D0E37458-14FF-CBE3-A853-8D0C0F322AB4}"/>
              </a:ext>
            </a:extLst>
          </p:cNvPr>
          <p:cNvSpPr/>
          <p:nvPr/>
        </p:nvSpPr>
        <p:spPr>
          <a:xfrm>
            <a:off x="4020547" y="2023945"/>
            <a:ext cx="2395567" cy="27416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for 0 to colnum-1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4" name="순서도: 처리 73">
            <a:extLst>
              <a:ext uri="{FF2B5EF4-FFF2-40B4-BE49-F238E27FC236}">
                <a16:creationId xmlns:a16="http://schemas.microsoft.com/office/drawing/2014/main" id="{0EDE24B6-D8F6-F13B-8CFD-C580CDD729A3}"/>
              </a:ext>
            </a:extLst>
          </p:cNvPr>
          <p:cNvSpPr/>
          <p:nvPr/>
        </p:nvSpPr>
        <p:spPr>
          <a:xfrm>
            <a:off x="4020547" y="2299281"/>
            <a:ext cx="2395567" cy="696031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6" name="순서도: 처리 75">
            <a:extLst>
              <a:ext uri="{FF2B5EF4-FFF2-40B4-BE49-F238E27FC236}">
                <a16:creationId xmlns:a16="http://schemas.microsoft.com/office/drawing/2014/main" id="{6B53747E-45C0-3348-6F14-F054FECC170A}"/>
              </a:ext>
            </a:extLst>
          </p:cNvPr>
          <p:cNvSpPr/>
          <p:nvPr/>
        </p:nvSpPr>
        <p:spPr>
          <a:xfrm>
            <a:off x="4237817" y="2392620"/>
            <a:ext cx="1961026" cy="483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maze[0][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 = line[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] – ‘0’</a:t>
            </a:r>
          </a:p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colnum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++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3" name="순서도: 처리 42">
            <a:extLst>
              <a:ext uri="{FF2B5EF4-FFF2-40B4-BE49-F238E27FC236}">
                <a16:creationId xmlns:a16="http://schemas.microsoft.com/office/drawing/2014/main" id="{31A1E62D-13EC-6C07-20C9-5C04A584F9CA}"/>
              </a:ext>
            </a:extLst>
          </p:cNvPr>
          <p:cNvSpPr/>
          <p:nvPr/>
        </p:nvSpPr>
        <p:spPr>
          <a:xfrm>
            <a:off x="6812424" y="2207225"/>
            <a:ext cx="1293177" cy="483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rownum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++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8" name="순서도: 처리 77">
            <a:extLst>
              <a:ext uri="{FF2B5EF4-FFF2-40B4-BE49-F238E27FC236}">
                <a16:creationId xmlns:a16="http://schemas.microsoft.com/office/drawing/2014/main" id="{893D535E-DBFD-9400-770A-BADD99716809}"/>
              </a:ext>
            </a:extLst>
          </p:cNvPr>
          <p:cNvSpPr/>
          <p:nvPr/>
        </p:nvSpPr>
        <p:spPr>
          <a:xfrm>
            <a:off x="1185560" y="1421223"/>
            <a:ext cx="1364275" cy="71390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char line[100]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int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rownum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0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int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colnum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= 0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2" name="순서도: 처리 81">
            <a:extLst>
              <a:ext uri="{FF2B5EF4-FFF2-40B4-BE49-F238E27FC236}">
                <a16:creationId xmlns:a16="http://schemas.microsoft.com/office/drawing/2014/main" id="{FD85EB62-CDD4-B8C9-01E6-46E30B6EB066}"/>
              </a:ext>
            </a:extLst>
          </p:cNvPr>
          <p:cNvSpPr/>
          <p:nvPr/>
        </p:nvSpPr>
        <p:spPr>
          <a:xfrm>
            <a:off x="772409" y="3515147"/>
            <a:ext cx="2013498" cy="4838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EXIT_ROW =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rownum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-2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EXIT_COL = </a:t>
            </a:r>
            <a:r>
              <a:rPr lang="en-US" altLang="ko-KR" sz="14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colnum</a:t>
            </a:r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-2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4" name="순서도: 종속 처리 83">
            <a:extLst>
              <a:ext uri="{FF2B5EF4-FFF2-40B4-BE49-F238E27FC236}">
                <a16:creationId xmlns:a16="http://schemas.microsoft.com/office/drawing/2014/main" id="{7F2C4B2F-2820-E88E-F8B2-67062EBC620F}"/>
              </a:ext>
            </a:extLst>
          </p:cNvPr>
          <p:cNvSpPr/>
          <p:nvPr/>
        </p:nvSpPr>
        <p:spPr>
          <a:xfrm>
            <a:off x="3421423" y="3536762"/>
            <a:ext cx="1141718" cy="463396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path()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E33D8CDA-557C-E8DE-D95D-28C3CB7F1DEC}"/>
              </a:ext>
            </a:extLst>
          </p:cNvPr>
          <p:cNvCxnSpPr>
            <a:stCxn id="4" idx="3"/>
            <a:endCxn id="78" idx="1"/>
          </p:cNvCxnSpPr>
          <p:nvPr/>
        </p:nvCxnSpPr>
        <p:spPr>
          <a:xfrm>
            <a:off x="1082556" y="1758774"/>
            <a:ext cx="103004" cy="194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A5EA06DB-A333-A8DF-D7EE-B9766A9CAAD7}"/>
              </a:ext>
            </a:extLst>
          </p:cNvPr>
          <p:cNvCxnSpPr>
            <a:stCxn id="78" idx="3"/>
            <a:endCxn id="9" idx="1"/>
          </p:cNvCxnSpPr>
          <p:nvPr/>
        </p:nvCxnSpPr>
        <p:spPr>
          <a:xfrm flipV="1">
            <a:off x="2549835" y="1750746"/>
            <a:ext cx="103004" cy="27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5A8D3B98-77C2-A3AE-409A-51400FFE1F73}"/>
              </a:ext>
            </a:extLst>
          </p:cNvPr>
          <p:cNvCxnSpPr>
            <a:stCxn id="9" idx="3"/>
          </p:cNvCxnSpPr>
          <p:nvPr/>
        </p:nvCxnSpPr>
        <p:spPr>
          <a:xfrm>
            <a:off x="3606851" y="1750746"/>
            <a:ext cx="2365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E2C0B77A-EC81-4A7D-F9E9-3C118024E3C1}"/>
              </a:ext>
            </a:extLst>
          </p:cNvPr>
          <p:cNvCxnSpPr>
            <a:stCxn id="59" idx="3"/>
          </p:cNvCxnSpPr>
          <p:nvPr/>
        </p:nvCxnSpPr>
        <p:spPr>
          <a:xfrm>
            <a:off x="5658813" y="1297930"/>
            <a:ext cx="2300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15849580-AC5A-3965-2ED1-BFB488AFAA7A}"/>
              </a:ext>
            </a:extLst>
          </p:cNvPr>
          <p:cNvCxnSpPr>
            <a:stCxn id="59" idx="2"/>
          </p:cNvCxnSpPr>
          <p:nvPr/>
        </p:nvCxnSpPr>
        <p:spPr>
          <a:xfrm flipH="1">
            <a:off x="4789926" y="1594061"/>
            <a:ext cx="1" cy="4298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076DB1C9-58B5-4027-B75A-58344B4873B7}"/>
              </a:ext>
            </a:extLst>
          </p:cNvPr>
          <p:cNvCxnSpPr>
            <a:endCxn id="43" idx="1"/>
          </p:cNvCxnSpPr>
          <p:nvPr/>
        </p:nvCxnSpPr>
        <p:spPr>
          <a:xfrm>
            <a:off x="6416114" y="2449160"/>
            <a:ext cx="3963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연결선: 꺾임 100">
            <a:extLst>
              <a:ext uri="{FF2B5EF4-FFF2-40B4-BE49-F238E27FC236}">
                <a16:creationId xmlns:a16="http://schemas.microsoft.com/office/drawing/2014/main" id="{3BFE5093-5283-F352-5D50-F3D3B4FBD118}"/>
              </a:ext>
            </a:extLst>
          </p:cNvPr>
          <p:cNvCxnSpPr>
            <a:stCxn id="50" idx="3"/>
          </p:cNvCxnSpPr>
          <p:nvPr/>
        </p:nvCxnSpPr>
        <p:spPr>
          <a:xfrm flipH="1">
            <a:off x="1779158" y="1914966"/>
            <a:ext cx="6653712" cy="1457472"/>
          </a:xfrm>
          <a:prstGeom prst="bentConnector3">
            <a:avLst>
              <a:gd name="adj1" fmla="val -343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72D5E0F2-5C3C-5643-8836-523C81016DEF}"/>
              </a:ext>
            </a:extLst>
          </p:cNvPr>
          <p:cNvCxnSpPr>
            <a:endCxn id="82" idx="0"/>
          </p:cNvCxnSpPr>
          <p:nvPr/>
        </p:nvCxnSpPr>
        <p:spPr>
          <a:xfrm>
            <a:off x="1779158" y="3349792"/>
            <a:ext cx="0" cy="1653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841B4A39-4C90-1519-4CE9-33D8C05CA422}"/>
              </a:ext>
            </a:extLst>
          </p:cNvPr>
          <p:cNvCxnSpPr>
            <a:stCxn id="82" idx="3"/>
            <a:endCxn id="84" idx="1"/>
          </p:cNvCxnSpPr>
          <p:nvPr/>
        </p:nvCxnSpPr>
        <p:spPr>
          <a:xfrm>
            <a:off x="2785907" y="3757082"/>
            <a:ext cx="635516" cy="113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6C7B6242-1803-7FE4-3AB2-AF4E4E3B5116}"/>
              </a:ext>
            </a:extLst>
          </p:cNvPr>
          <p:cNvSpPr txBox="1"/>
          <p:nvPr/>
        </p:nvSpPr>
        <p:spPr>
          <a:xfrm>
            <a:off x="5391602" y="973346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CBBD7F7-15ED-9728-EEDA-708BB9AFDF09}"/>
              </a:ext>
            </a:extLst>
          </p:cNvPr>
          <p:cNvSpPr txBox="1"/>
          <p:nvPr/>
        </p:nvSpPr>
        <p:spPr>
          <a:xfrm>
            <a:off x="4194522" y="1528069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22394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66DF5416-EC87-D201-311D-B9E9DF117416}"/>
              </a:ext>
            </a:extLst>
          </p:cNvPr>
          <p:cNvSpPr/>
          <p:nvPr/>
        </p:nvSpPr>
        <p:spPr>
          <a:xfrm>
            <a:off x="431691" y="348354"/>
            <a:ext cx="1947526" cy="135255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stack{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int data[100];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int top;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}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DD3CC3B2-1753-A3ED-9964-641A20CBD36C}"/>
              </a:ext>
            </a:extLst>
          </p:cNvPr>
          <p:cNvSpPr/>
          <p:nvPr/>
        </p:nvSpPr>
        <p:spPr>
          <a:xfrm>
            <a:off x="2698455" y="335660"/>
            <a:ext cx="3293972" cy="136524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void push(stack* s, char token) 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if stack is not full{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top++; push token;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}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AA12257F-C715-26BC-7CF2-8E6B6EC589FD}"/>
              </a:ext>
            </a:extLst>
          </p:cNvPr>
          <p:cNvSpPr/>
          <p:nvPr/>
        </p:nvSpPr>
        <p:spPr>
          <a:xfrm>
            <a:off x="431691" y="1866957"/>
            <a:ext cx="2370337" cy="136524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int pop(stack* s) 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if stack is not empty{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top--; pop data;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}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" name="순서도: 처리 3">
            <a:extLst>
              <a:ext uri="{FF2B5EF4-FFF2-40B4-BE49-F238E27FC236}">
                <a16:creationId xmlns:a16="http://schemas.microsoft.com/office/drawing/2014/main" id="{45C4985F-6575-3831-6817-0ADC8D2460D1}"/>
              </a:ext>
            </a:extLst>
          </p:cNvPr>
          <p:cNvSpPr/>
          <p:nvPr/>
        </p:nvSpPr>
        <p:spPr>
          <a:xfrm>
            <a:off x="2998818" y="1866957"/>
            <a:ext cx="2993609" cy="136524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int isempty(stack* s) 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if stack’s top is 0, return 1</a:t>
            </a:r>
          </a:p>
          <a:p>
            <a:r>
              <a:rPr lang="en-US" altLang="ko-KR" dirty="0">
                <a:solidFill>
                  <a:sysClr val="windowText" lastClr="000000"/>
                </a:solidFill>
              </a:rPr>
              <a:t>else, 		        return 0</a:t>
            </a:r>
          </a:p>
        </p:txBody>
      </p:sp>
    </p:spTree>
    <p:extLst>
      <p:ext uri="{BB962C8B-B14F-4D97-AF65-F5344CB8AC3E}">
        <p14:creationId xmlns:p14="http://schemas.microsoft.com/office/powerpoint/2010/main" val="42598515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17C224CD-E798-4CE7-9891-6BAC15C1189B}"/>
              </a:ext>
            </a:extLst>
          </p:cNvPr>
          <p:cNvSpPr/>
          <p:nvPr/>
        </p:nvSpPr>
        <p:spPr>
          <a:xfrm>
            <a:off x="207585" y="231453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F482647-2CE0-870C-1408-EB482AE07B38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1155852" y="451586"/>
            <a:ext cx="1846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EF8FB84-EB32-5699-2FAF-64B74271FB62}"/>
              </a:ext>
            </a:extLst>
          </p:cNvPr>
          <p:cNvCxnSpPr>
            <a:cxnSpLocks/>
          </p:cNvCxnSpPr>
          <p:nvPr/>
        </p:nvCxnSpPr>
        <p:spPr>
          <a:xfrm flipV="1">
            <a:off x="5768643" y="963025"/>
            <a:ext cx="537633" cy="2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AED048B-BE55-8B79-9DFF-2D6770B185CE}"/>
              </a:ext>
            </a:extLst>
          </p:cNvPr>
          <p:cNvSpPr txBox="1"/>
          <p:nvPr/>
        </p:nvSpPr>
        <p:spPr>
          <a:xfrm>
            <a:off x="3900878" y="4568609"/>
            <a:ext cx="3477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eval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char</a:t>
            </a:r>
            <a:r>
              <a:rPr lang="en-US" altLang="ko-KR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str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k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9AF6B0C4-A0D5-079B-068F-51241CBF9D21}"/>
              </a:ext>
            </a:extLst>
          </p:cNvPr>
          <p:cNvSpPr/>
          <p:nvPr/>
        </p:nvSpPr>
        <p:spPr>
          <a:xfrm>
            <a:off x="3704426" y="210082"/>
            <a:ext cx="3814959" cy="46163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number of string’s digits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E96DC4C2-C896-C313-8373-D0C0F38DAF93}"/>
              </a:ext>
            </a:extLst>
          </p:cNvPr>
          <p:cNvSpPr/>
          <p:nvPr/>
        </p:nvSpPr>
        <p:spPr>
          <a:xfrm>
            <a:off x="3704427" y="671719"/>
            <a:ext cx="3814958" cy="372272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8" name="순서도: 판단 17">
            <a:extLst>
              <a:ext uri="{FF2B5EF4-FFF2-40B4-BE49-F238E27FC236}">
                <a16:creationId xmlns:a16="http://schemas.microsoft.com/office/drawing/2014/main" id="{9E430119-213D-AB9F-5B04-C4EE7115D76A}"/>
              </a:ext>
            </a:extLst>
          </p:cNvPr>
          <p:cNvSpPr/>
          <p:nvPr/>
        </p:nvSpPr>
        <p:spPr>
          <a:xfrm>
            <a:off x="3953008" y="764884"/>
            <a:ext cx="1438659" cy="396282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 stack is empty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50E29BE4-30C3-07C6-225A-EFAA22512C90}"/>
              </a:ext>
            </a:extLst>
          </p:cNvPr>
          <p:cNvSpPr/>
          <p:nvPr/>
        </p:nvSpPr>
        <p:spPr>
          <a:xfrm>
            <a:off x="5591316" y="772441"/>
            <a:ext cx="1643983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ith string to stack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순서도: 판단 7">
            <a:extLst>
              <a:ext uri="{FF2B5EF4-FFF2-40B4-BE49-F238E27FC236}">
                <a16:creationId xmlns:a16="http://schemas.microsoft.com/office/drawing/2014/main" id="{81A34B3F-B71C-995A-FDA1-E683A9C33CCD}"/>
              </a:ext>
            </a:extLst>
          </p:cNvPr>
          <p:cNvSpPr/>
          <p:nvPr/>
        </p:nvSpPr>
        <p:spPr>
          <a:xfrm>
            <a:off x="3953008" y="1424662"/>
            <a:ext cx="1438659" cy="854023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</a:t>
            </a:r>
          </a:p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top data &lt; ith string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88229865-9D5C-7819-17DD-998382C56B9D}"/>
              </a:ext>
            </a:extLst>
          </p:cNvPr>
          <p:cNvSpPr/>
          <p:nvPr/>
        </p:nvSpPr>
        <p:spPr>
          <a:xfrm>
            <a:off x="3902720" y="2441105"/>
            <a:ext cx="1529730" cy="50810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while k &gt; 0 &amp;&amp; stack isn’t empty &amp;&amp; top data is ge than ith string</a:t>
            </a:r>
            <a:endParaRPr lang="ko-KR" altLang="en-US" sz="10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2" name="순서도: 처리 11">
            <a:extLst>
              <a:ext uri="{FF2B5EF4-FFF2-40B4-BE49-F238E27FC236}">
                <a16:creationId xmlns:a16="http://schemas.microsoft.com/office/drawing/2014/main" id="{02F9C0F9-C507-7237-E61C-E577BEB96518}"/>
              </a:ext>
            </a:extLst>
          </p:cNvPr>
          <p:cNvSpPr/>
          <p:nvPr/>
        </p:nvSpPr>
        <p:spPr>
          <a:xfrm>
            <a:off x="3910123" y="2935395"/>
            <a:ext cx="1522327" cy="68433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pop stack</a:t>
            </a:r>
          </a:p>
        </p:txBody>
      </p:sp>
      <p:sp>
        <p:nvSpPr>
          <p:cNvPr id="22" name="순서도: 처리 21">
            <a:extLst>
              <a:ext uri="{FF2B5EF4-FFF2-40B4-BE49-F238E27FC236}">
                <a16:creationId xmlns:a16="http://schemas.microsoft.com/office/drawing/2014/main" id="{1A40CEA9-EF81-18B3-37DD-4731D33950E1}"/>
              </a:ext>
            </a:extLst>
          </p:cNvPr>
          <p:cNvSpPr/>
          <p:nvPr/>
        </p:nvSpPr>
        <p:spPr>
          <a:xfrm>
            <a:off x="7653503" y="210082"/>
            <a:ext cx="1932356" cy="36696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while stack isn’t empty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57ED43-8F4E-0150-98DA-4236FA971FAD}"/>
              </a:ext>
            </a:extLst>
          </p:cNvPr>
          <p:cNvSpPr txBox="1"/>
          <p:nvPr/>
        </p:nvSpPr>
        <p:spPr>
          <a:xfrm>
            <a:off x="4089450" y="1123521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A9A6F7-EB5C-77AB-E0D2-9272F8D6F81B}"/>
              </a:ext>
            </a:extLst>
          </p:cNvPr>
          <p:cNvSpPr txBox="1"/>
          <p:nvPr/>
        </p:nvSpPr>
        <p:spPr>
          <a:xfrm>
            <a:off x="5105997" y="644571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868ED5-0D21-9A6D-E639-8ADF1436EBBE}"/>
              </a:ext>
            </a:extLst>
          </p:cNvPr>
          <p:cNvSpPr txBox="1"/>
          <p:nvPr/>
        </p:nvSpPr>
        <p:spPr>
          <a:xfrm>
            <a:off x="5098228" y="1300387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7B0F20C-E259-248A-BE5E-3856E175BB53}"/>
              </a:ext>
            </a:extLst>
          </p:cNvPr>
          <p:cNvCxnSpPr>
            <a:stCxn id="27" idx="2"/>
          </p:cNvCxnSpPr>
          <p:nvPr/>
        </p:nvCxnSpPr>
        <p:spPr>
          <a:xfrm>
            <a:off x="5354623" y="952348"/>
            <a:ext cx="2366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B70CAE17-951D-8F96-B30E-03292D358BEB}"/>
              </a:ext>
            </a:extLst>
          </p:cNvPr>
          <p:cNvCxnSpPr>
            <a:cxnSpLocks/>
            <a:stCxn id="18" idx="2"/>
            <a:endCxn id="8" idx="0"/>
          </p:cNvCxnSpPr>
          <p:nvPr/>
        </p:nvCxnSpPr>
        <p:spPr>
          <a:xfrm>
            <a:off x="4672338" y="1161166"/>
            <a:ext cx="0" cy="263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순서도: 처리 34">
            <a:extLst>
              <a:ext uri="{FF2B5EF4-FFF2-40B4-BE49-F238E27FC236}">
                <a16:creationId xmlns:a16="http://schemas.microsoft.com/office/drawing/2014/main" id="{07D6E509-0629-A727-5ECD-F108BD109F56}"/>
              </a:ext>
            </a:extLst>
          </p:cNvPr>
          <p:cNvSpPr/>
          <p:nvPr/>
        </p:nvSpPr>
        <p:spPr>
          <a:xfrm>
            <a:off x="7643866" y="572558"/>
            <a:ext cx="1941993" cy="45180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temp[i] = pop stack;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i++</a:t>
            </a:r>
          </a:p>
        </p:txBody>
      </p:sp>
      <p:sp>
        <p:nvSpPr>
          <p:cNvPr id="17" name="순서도: 판단 16">
            <a:extLst>
              <a:ext uri="{FF2B5EF4-FFF2-40B4-BE49-F238E27FC236}">
                <a16:creationId xmlns:a16="http://schemas.microsoft.com/office/drawing/2014/main" id="{7DA606AF-CA72-ABA4-AF98-4A39DEB892E1}"/>
              </a:ext>
            </a:extLst>
          </p:cNvPr>
          <p:cNvSpPr/>
          <p:nvPr/>
        </p:nvSpPr>
        <p:spPr>
          <a:xfrm>
            <a:off x="1321694" y="128635"/>
            <a:ext cx="2245278" cy="645901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if </a:t>
            </a:r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number of string’s digits is se than k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순서도: 처리 19">
            <a:extLst>
              <a:ext uri="{FF2B5EF4-FFF2-40B4-BE49-F238E27FC236}">
                <a16:creationId xmlns:a16="http://schemas.microsoft.com/office/drawing/2014/main" id="{0167071F-4D5C-2C6A-4332-8B9161B0A74D}"/>
              </a:ext>
            </a:extLst>
          </p:cNvPr>
          <p:cNvSpPr/>
          <p:nvPr/>
        </p:nvSpPr>
        <p:spPr>
          <a:xfrm>
            <a:off x="1677312" y="874247"/>
            <a:ext cx="1529730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 0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1" name="순서도: 처리 20">
            <a:extLst>
              <a:ext uri="{FF2B5EF4-FFF2-40B4-BE49-F238E27FC236}">
                <a16:creationId xmlns:a16="http://schemas.microsoft.com/office/drawing/2014/main" id="{34D25796-6299-8D0A-FBC9-639E5F46D895}"/>
              </a:ext>
            </a:extLst>
          </p:cNvPr>
          <p:cNvSpPr/>
          <p:nvPr/>
        </p:nvSpPr>
        <p:spPr>
          <a:xfrm>
            <a:off x="1671841" y="1390690"/>
            <a:ext cx="1529730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return 0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0" name="순서도: 처리 39">
            <a:extLst>
              <a:ext uri="{FF2B5EF4-FFF2-40B4-BE49-F238E27FC236}">
                <a16:creationId xmlns:a16="http://schemas.microsoft.com/office/drawing/2014/main" id="{5EEF376D-5E3C-A30D-B687-7AC71A22B0EA}"/>
              </a:ext>
            </a:extLst>
          </p:cNvPr>
          <p:cNvSpPr/>
          <p:nvPr/>
        </p:nvSpPr>
        <p:spPr>
          <a:xfrm>
            <a:off x="5591316" y="1663769"/>
            <a:ext cx="1643983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ith string to stack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3" name="순서도: 처리 42">
            <a:extLst>
              <a:ext uri="{FF2B5EF4-FFF2-40B4-BE49-F238E27FC236}">
                <a16:creationId xmlns:a16="http://schemas.microsoft.com/office/drawing/2014/main" id="{B05A26B9-CF0F-9341-2144-3165C4FAA70D}"/>
              </a:ext>
            </a:extLst>
          </p:cNvPr>
          <p:cNvSpPr/>
          <p:nvPr/>
        </p:nvSpPr>
        <p:spPr>
          <a:xfrm>
            <a:off x="3854472" y="3803695"/>
            <a:ext cx="1643983" cy="374029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push ith string to stack</a:t>
            </a:r>
            <a:endParaRPr lang="ko-KR" altLang="en-US" sz="11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2D174D5B-0C6E-1F83-648B-3FD4BE96DC07}"/>
              </a:ext>
            </a:extLst>
          </p:cNvPr>
          <p:cNvCxnSpPr>
            <a:stCxn id="8" idx="2"/>
            <a:endCxn id="10" idx="0"/>
          </p:cNvCxnSpPr>
          <p:nvPr/>
        </p:nvCxnSpPr>
        <p:spPr>
          <a:xfrm flipH="1">
            <a:off x="4667585" y="2278685"/>
            <a:ext cx="4753" cy="1624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509ED122-35F9-76A5-30D8-E815FFB1D560}"/>
              </a:ext>
            </a:extLst>
          </p:cNvPr>
          <p:cNvCxnSpPr>
            <a:stCxn id="12" idx="2"/>
            <a:endCxn id="43" idx="0"/>
          </p:cNvCxnSpPr>
          <p:nvPr/>
        </p:nvCxnSpPr>
        <p:spPr>
          <a:xfrm>
            <a:off x="4671287" y="3619729"/>
            <a:ext cx="5177" cy="1839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16AEC2B1-7B05-4840-3E05-C8DE4118E056}"/>
              </a:ext>
            </a:extLst>
          </p:cNvPr>
          <p:cNvCxnSpPr>
            <a:stCxn id="8" idx="3"/>
            <a:endCxn id="40" idx="1"/>
          </p:cNvCxnSpPr>
          <p:nvPr/>
        </p:nvCxnSpPr>
        <p:spPr>
          <a:xfrm flipV="1">
            <a:off x="5391667" y="1850784"/>
            <a:ext cx="199649" cy="8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60BCFE49-7444-C4AD-BFAA-2B9A3571BEC3}"/>
              </a:ext>
            </a:extLst>
          </p:cNvPr>
          <p:cNvCxnSpPr>
            <a:stCxn id="17" idx="2"/>
            <a:endCxn id="20" idx="0"/>
          </p:cNvCxnSpPr>
          <p:nvPr/>
        </p:nvCxnSpPr>
        <p:spPr>
          <a:xfrm flipH="1">
            <a:off x="2442177" y="774536"/>
            <a:ext cx="2156" cy="997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3E9A2C94-12D2-8C1B-9F98-0ED57D53EB4F}"/>
              </a:ext>
            </a:extLst>
          </p:cNvPr>
          <p:cNvCxnSpPr>
            <a:stCxn id="20" idx="2"/>
            <a:endCxn id="21" idx="0"/>
          </p:cNvCxnSpPr>
          <p:nvPr/>
        </p:nvCxnSpPr>
        <p:spPr>
          <a:xfrm flipH="1">
            <a:off x="2436706" y="1248276"/>
            <a:ext cx="5471" cy="1424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3A814581-137E-4502-F9C4-EE65C1D4CEA0}"/>
              </a:ext>
            </a:extLst>
          </p:cNvPr>
          <p:cNvCxnSpPr>
            <a:stCxn id="17" idx="3"/>
            <a:endCxn id="3" idx="1"/>
          </p:cNvCxnSpPr>
          <p:nvPr/>
        </p:nvCxnSpPr>
        <p:spPr>
          <a:xfrm flipV="1">
            <a:off x="3566972" y="440901"/>
            <a:ext cx="137454" cy="106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50343399-E0E2-9E0E-1D42-C6A44A0E5792}"/>
              </a:ext>
            </a:extLst>
          </p:cNvPr>
          <p:cNvSpPr txBox="1"/>
          <p:nvPr/>
        </p:nvSpPr>
        <p:spPr>
          <a:xfrm>
            <a:off x="4089450" y="2128209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sp>
        <p:nvSpPr>
          <p:cNvPr id="65" name="순서도: 처리 64">
            <a:extLst>
              <a:ext uri="{FF2B5EF4-FFF2-40B4-BE49-F238E27FC236}">
                <a16:creationId xmlns:a16="http://schemas.microsoft.com/office/drawing/2014/main" id="{E9530074-E64B-0C8A-994A-A9F14D418DF3}"/>
              </a:ext>
            </a:extLst>
          </p:cNvPr>
          <p:cNvSpPr/>
          <p:nvPr/>
        </p:nvSpPr>
        <p:spPr>
          <a:xfrm>
            <a:off x="9710340" y="210082"/>
            <a:ext cx="1932356" cy="36696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+mj-ea"/>
                <a:ea typeface="+mj-ea"/>
              </a:rPr>
              <a:t>for num of string’s digits minus k</a:t>
            </a:r>
            <a:endParaRPr lang="ko-KR" altLang="en-US" sz="12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+mj-ea"/>
              <a:ea typeface="+mj-ea"/>
            </a:endParaRPr>
          </a:p>
        </p:txBody>
      </p:sp>
      <p:sp>
        <p:nvSpPr>
          <p:cNvPr id="66" name="순서도: 처리 65">
            <a:extLst>
              <a:ext uri="{FF2B5EF4-FFF2-40B4-BE49-F238E27FC236}">
                <a16:creationId xmlns:a16="http://schemas.microsoft.com/office/drawing/2014/main" id="{5266952E-C955-E18A-CE0B-5119BF0AB00C}"/>
              </a:ext>
            </a:extLst>
          </p:cNvPr>
          <p:cNvSpPr/>
          <p:nvPr/>
        </p:nvSpPr>
        <p:spPr>
          <a:xfrm>
            <a:off x="9710341" y="572558"/>
            <a:ext cx="1932356" cy="45180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result = temp reversly</a:t>
            </a:r>
          </a:p>
          <a:p>
            <a:pPr algn="ctr"/>
            <a:r>
              <a:rPr lang="en-US" altLang="ko-KR" sz="1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only for num of result digit</a:t>
            </a:r>
          </a:p>
        </p:txBody>
      </p:sp>
      <p:sp>
        <p:nvSpPr>
          <p:cNvPr id="67" name="순서도: 처리 66">
            <a:extLst>
              <a:ext uri="{FF2B5EF4-FFF2-40B4-BE49-F238E27FC236}">
                <a16:creationId xmlns:a16="http://schemas.microsoft.com/office/drawing/2014/main" id="{3CBDD35D-FB51-40D1-FA2A-8B904E975B94}"/>
              </a:ext>
            </a:extLst>
          </p:cNvPr>
          <p:cNvSpPr/>
          <p:nvPr/>
        </p:nvSpPr>
        <p:spPr>
          <a:xfrm>
            <a:off x="9911653" y="1325321"/>
            <a:ext cx="1529730" cy="525463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print</a:t>
            </a:r>
          </a:p>
          <a:p>
            <a:pPr algn="ctr"/>
            <a:r>
              <a:rPr lang="en-US" altLang="ko-KR" sz="14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atoi(result)</a:t>
            </a:r>
            <a:endParaRPr lang="ko-KR" altLang="en-US" sz="14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CA6F0D9-A9B7-3201-FCA2-F377A72A820B}"/>
              </a:ext>
            </a:extLst>
          </p:cNvPr>
          <p:cNvSpPr txBox="1"/>
          <p:nvPr/>
        </p:nvSpPr>
        <p:spPr>
          <a:xfrm>
            <a:off x="3203838" y="127065"/>
            <a:ext cx="4972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true</a:t>
            </a:r>
            <a:endParaRPr lang="ko-KR" altLang="en-US" sz="14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C01B3AA-FC63-3820-F4AF-62712AF449AB}"/>
              </a:ext>
            </a:extLst>
          </p:cNvPr>
          <p:cNvSpPr txBox="1"/>
          <p:nvPr/>
        </p:nvSpPr>
        <p:spPr>
          <a:xfrm>
            <a:off x="1745145" y="604910"/>
            <a:ext cx="5595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false</a:t>
            </a:r>
            <a:endParaRPr lang="ko-KR" altLang="en-US" sz="1400" dirty="0"/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2CF65D37-1A01-BCA0-CA7A-D68446268E75}"/>
              </a:ext>
            </a:extLst>
          </p:cNvPr>
          <p:cNvCxnSpPr>
            <a:stCxn id="3" idx="3"/>
            <a:endCxn id="22" idx="1"/>
          </p:cNvCxnSpPr>
          <p:nvPr/>
        </p:nvCxnSpPr>
        <p:spPr>
          <a:xfrm flipV="1">
            <a:off x="7519385" y="393566"/>
            <a:ext cx="134118" cy="473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1DED935D-7AF4-D007-8506-D5A2C3596A1E}"/>
              </a:ext>
            </a:extLst>
          </p:cNvPr>
          <p:cNvCxnSpPr>
            <a:stCxn id="22" idx="3"/>
            <a:endCxn id="65" idx="1"/>
          </p:cNvCxnSpPr>
          <p:nvPr/>
        </p:nvCxnSpPr>
        <p:spPr>
          <a:xfrm>
            <a:off x="9585859" y="393566"/>
            <a:ext cx="12448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31ED080D-B418-E066-2346-62FC8A0AA2ED}"/>
              </a:ext>
            </a:extLst>
          </p:cNvPr>
          <p:cNvCxnSpPr>
            <a:stCxn id="66" idx="2"/>
            <a:endCxn id="67" idx="0"/>
          </p:cNvCxnSpPr>
          <p:nvPr/>
        </p:nvCxnSpPr>
        <p:spPr>
          <a:xfrm flipH="1">
            <a:off x="10676518" y="1024360"/>
            <a:ext cx="1" cy="300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26659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D9DCAAA0-38AA-9F5A-CF04-C15E789C9630}"/>
              </a:ext>
            </a:extLst>
          </p:cNvPr>
          <p:cNvSpPr/>
          <p:nvPr/>
        </p:nvSpPr>
        <p:spPr>
          <a:xfrm>
            <a:off x="359833" y="452967"/>
            <a:ext cx="948267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순서도: 데이터 4">
            <a:extLst>
              <a:ext uri="{FF2B5EF4-FFF2-40B4-BE49-F238E27FC236}">
                <a16:creationId xmlns:a16="http://schemas.microsoft.com/office/drawing/2014/main" id="{EFB56158-E30E-259B-94ED-BF57788C4383}"/>
              </a:ext>
            </a:extLst>
          </p:cNvPr>
          <p:cNvSpPr/>
          <p:nvPr/>
        </p:nvSpPr>
        <p:spPr>
          <a:xfrm>
            <a:off x="1526117" y="347132"/>
            <a:ext cx="2349500" cy="651933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scan string , k</a:t>
            </a:r>
            <a:endParaRPr lang="ko-KR" altLang="en-US" sz="1600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순서도: 종속 처리 5">
            <a:extLst>
              <a:ext uri="{FF2B5EF4-FFF2-40B4-BE49-F238E27FC236}">
                <a16:creationId xmlns:a16="http://schemas.microsoft.com/office/drawing/2014/main" id="{4812518A-7A00-0665-08ED-2E28F605FF30}"/>
              </a:ext>
            </a:extLst>
          </p:cNvPr>
          <p:cNvSpPr/>
          <p:nvPr/>
        </p:nvSpPr>
        <p:spPr>
          <a:xfrm>
            <a:off x="4178300" y="397933"/>
            <a:ext cx="1968500" cy="546099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eval(string , k)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" name="순서도: 수행의 시작/종료 6">
            <a:extLst>
              <a:ext uri="{FF2B5EF4-FFF2-40B4-BE49-F238E27FC236}">
                <a16:creationId xmlns:a16="http://schemas.microsoft.com/office/drawing/2014/main" id="{51C1B845-7B9F-55C1-DCE6-A55D5679001A}"/>
              </a:ext>
            </a:extLst>
          </p:cNvPr>
          <p:cNvSpPr/>
          <p:nvPr/>
        </p:nvSpPr>
        <p:spPr>
          <a:xfrm>
            <a:off x="6642101" y="448733"/>
            <a:ext cx="838200" cy="44026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end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60353CC5-072B-7227-14AC-6EE32B870835}"/>
              </a:ext>
            </a:extLst>
          </p:cNvPr>
          <p:cNvCxnSpPr>
            <a:stCxn id="4" idx="3"/>
            <a:endCxn id="5" idx="2"/>
          </p:cNvCxnSpPr>
          <p:nvPr/>
        </p:nvCxnSpPr>
        <p:spPr>
          <a:xfrm flipV="1">
            <a:off x="1308100" y="673099"/>
            <a:ext cx="45296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ADD598E-C20E-A159-A0EF-95D93869F53E}"/>
              </a:ext>
            </a:extLst>
          </p:cNvPr>
          <p:cNvCxnSpPr>
            <a:stCxn id="5" idx="5"/>
            <a:endCxn id="6" idx="1"/>
          </p:cNvCxnSpPr>
          <p:nvPr/>
        </p:nvCxnSpPr>
        <p:spPr>
          <a:xfrm flipV="1">
            <a:off x="3640667" y="670983"/>
            <a:ext cx="537633" cy="2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D978F19-280A-3F03-62DD-05E7091850E9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6146800" y="668866"/>
            <a:ext cx="495301" cy="21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FE74135-31DE-93A0-B4F6-127F6DC37A72}"/>
              </a:ext>
            </a:extLst>
          </p:cNvPr>
          <p:cNvSpPr txBox="1"/>
          <p:nvPr/>
        </p:nvSpPr>
        <p:spPr>
          <a:xfrm>
            <a:off x="3313604" y="1208616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main</a:t>
            </a:r>
            <a:r>
              <a:rPr lang="en-US" altLang="ko-KR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253134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683</TotalTime>
  <Words>2826</Words>
  <Application>Microsoft Office PowerPoint</Application>
  <PresentationFormat>와이드스크린</PresentationFormat>
  <Paragraphs>623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2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3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동협 이</dc:creator>
  <cp:lastModifiedBy>동협 이</cp:lastModifiedBy>
  <cp:revision>325</cp:revision>
  <dcterms:created xsi:type="dcterms:W3CDTF">2024-05-12T11:59:02Z</dcterms:created>
  <dcterms:modified xsi:type="dcterms:W3CDTF">2024-05-31T08:43:56Z</dcterms:modified>
</cp:coreProperties>
</file>