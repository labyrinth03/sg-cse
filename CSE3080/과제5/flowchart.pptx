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4" r:id="rId4"/>
    <p:sldId id="285" r:id="rId5"/>
    <p:sldId id="286" r:id="rId6"/>
    <p:sldId id="287" r:id="rId7"/>
    <p:sldId id="288" r:id="rId8"/>
    <p:sldId id="265" r:id="rId9"/>
    <p:sldId id="289" r:id="rId10"/>
    <p:sldId id="290" r:id="rId11"/>
    <p:sldId id="291" r:id="rId12"/>
    <p:sldId id="292" r:id="rId13"/>
    <p:sldId id="293" r:id="rId14"/>
    <p:sldId id="268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279" r:id="rId23"/>
    <p:sldId id="280" r:id="rId24"/>
    <p:sldId id="281" r:id="rId25"/>
    <p:sldId id="282" r:id="rId26"/>
    <p:sldId id="283" r:id="rId27"/>
    <p:sldId id="269" r:id="rId28"/>
    <p:sldId id="270" r:id="rId29"/>
    <p:sldId id="27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2024-06-13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547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2024-06-13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270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2024-06-13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98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2024-06-13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289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2024-06-13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60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2024-06-13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16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2024-06-13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50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2024-06-13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44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2024-06-13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723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2024-06-13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49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2024-06-13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29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9F0E0-6A1A-453F-B8A2-E36DDD0E15EC}" type="datetimeFigureOut">
              <a:rPr lang="ko-KR" altLang="en-US" smtClean="0"/>
              <a:t>2024-06-13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967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D9DCAAA0-38AA-9F5A-CF04-C15E789C9630}"/>
              </a:ext>
            </a:extLst>
          </p:cNvPr>
          <p:cNvSpPr/>
          <p:nvPr/>
        </p:nvSpPr>
        <p:spPr>
          <a:xfrm>
            <a:off x="1554977" y="339262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데이터 4">
            <a:extLst>
              <a:ext uri="{FF2B5EF4-FFF2-40B4-BE49-F238E27FC236}">
                <a16:creationId xmlns:a16="http://schemas.microsoft.com/office/drawing/2014/main" id="{EFB56158-E30E-259B-94ED-BF57788C4383}"/>
              </a:ext>
            </a:extLst>
          </p:cNvPr>
          <p:cNvSpPr/>
          <p:nvPr/>
        </p:nvSpPr>
        <p:spPr>
          <a:xfrm>
            <a:off x="4711701" y="3915955"/>
            <a:ext cx="2349500" cy="651933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scan expression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순서도: 종속 처리 5">
            <a:extLst>
              <a:ext uri="{FF2B5EF4-FFF2-40B4-BE49-F238E27FC236}">
                <a16:creationId xmlns:a16="http://schemas.microsoft.com/office/drawing/2014/main" id="{4812518A-7A00-0665-08ED-2E28F605FF30}"/>
              </a:ext>
            </a:extLst>
          </p:cNvPr>
          <p:cNvSpPr/>
          <p:nvPr/>
        </p:nvSpPr>
        <p:spPr>
          <a:xfrm>
            <a:off x="674476" y="975452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 = mread();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51C1B845-7B9F-55C1-DCE6-A55D5679001A}"/>
              </a:ext>
            </a:extLst>
          </p:cNvPr>
          <p:cNvSpPr/>
          <p:nvPr/>
        </p:nvSpPr>
        <p:spPr>
          <a:xfrm>
            <a:off x="1610010" y="3039929"/>
            <a:ext cx="838200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E74135-31DE-93A0-B4F6-127F6DC37A72}"/>
              </a:ext>
            </a:extLst>
          </p:cNvPr>
          <p:cNvSpPr txBox="1"/>
          <p:nvPr/>
        </p:nvSpPr>
        <p:spPr>
          <a:xfrm>
            <a:off x="1467097" y="3671696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main()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FDD4BAFE-72EA-FB5D-EC49-33166A6E720D}"/>
              </a:ext>
            </a:extLst>
          </p:cNvPr>
          <p:cNvSpPr/>
          <p:nvPr/>
        </p:nvSpPr>
        <p:spPr>
          <a:xfrm>
            <a:off x="8427225" y="2752724"/>
            <a:ext cx="1480570" cy="13525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fopen(“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순서도: 종속 처리 11">
            <a:extLst>
              <a:ext uri="{FF2B5EF4-FFF2-40B4-BE49-F238E27FC236}">
                <a16:creationId xmlns:a16="http://schemas.microsoft.com/office/drawing/2014/main" id="{37E6048D-90D1-02D3-1F80-81F4ED0B3947}"/>
              </a:ext>
            </a:extLst>
          </p:cNvPr>
          <p:cNvSpPr/>
          <p:nvPr/>
        </p:nvSpPr>
        <p:spPr>
          <a:xfrm>
            <a:off x="451166" y="1663611"/>
            <a:ext cx="3155888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*hdnode_t = mtranspose(*hdnode);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순서도: 종속 처리 14">
            <a:extLst>
              <a:ext uri="{FF2B5EF4-FFF2-40B4-BE49-F238E27FC236}">
                <a16:creationId xmlns:a16="http://schemas.microsoft.com/office/drawing/2014/main" id="{5FC326E2-9C21-5A16-3F70-F726951A214B}"/>
              </a:ext>
            </a:extLst>
          </p:cNvPr>
          <p:cNvSpPr/>
          <p:nvPr/>
        </p:nvSpPr>
        <p:spPr>
          <a:xfrm>
            <a:off x="674476" y="2351770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mwrite(*hdnode_t)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0AC7859-243B-454D-4BF1-49918DD8A135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2029111" y="779528"/>
            <a:ext cx="1" cy="195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63EFC35-6063-8886-8F30-507C155AD715}"/>
              </a:ext>
            </a:extLst>
          </p:cNvPr>
          <p:cNvCxnSpPr>
            <a:stCxn id="6" idx="2"/>
            <a:endCxn id="12" idx="0"/>
          </p:cNvCxnSpPr>
          <p:nvPr/>
        </p:nvCxnSpPr>
        <p:spPr>
          <a:xfrm flipH="1">
            <a:off x="2029110" y="1464135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DFBC0D1-5BC2-E10A-CB82-970416CFBF88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>
            <a:off x="2029110" y="2152294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DD11604-CCE1-A970-BC7E-9F3F53EC36F2}"/>
              </a:ext>
            </a:extLst>
          </p:cNvPr>
          <p:cNvCxnSpPr>
            <a:stCxn id="15" idx="2"/>
            <a:endCxn id="7" idx="0"/>
          </p:cNvCxnSpPr>
          <p:nvPr/>
        </p:nvCxnSpPr>
        <p:spPr>
          <a:xfrm flipH="1">
            <a:off x="2029110" y="2840453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92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59EB4062-031E-A548-CAF0-6201B07DE202}"/>
              </a:ext>
            </a:extLst>
          </p:cNvPr>
          <p:cNvSpPr/>
          <p:nvPr/>
        </p:nvSpPr>
        <p:spPr>
          <a:xfrm>
            <a:off x="227504" y="230939"/>
            <a:ext cx="2198825" cy="5484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 *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846070D1-3B03-4934-4C4A-213AF68B76E1}"/>
              </a:ext>
            </a:extLst>
          </p:cNvPr>
          <p:cNvSpPr/>
          <p:nvPr/>
        </p:nvSpPr>
        <p:spPr>
          <a:xfrm>
            <a:off x="227504" y="945371"/>
            <a:ext cx="3046215" cy="18383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int key;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parent;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DA56DF7F-D8A4-110C-11F6-632F7A9F305A}"/>
              </a:ext>
            </a:extLst>
          </p:cNvPr>
          <p:cNvSpPr/>
          <p:nvPr/>
        </p:nvSpPr>
        <p:spPr>
          <a:xfrm>
            <a:off x="3612800" y="3490966"/>
            <a:ext cx="5065130" cy="17541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new_queue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q = 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)malloc(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sizeof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(queue));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q-&gt;next = NULL;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q-&gt;data = data;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return q;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19CABBEC-189C-7998-39CC-C55451C64CC9}"/>
              </a:ext>
            </a:extLst>
          </p:cNvPr>
          <p:cNvSpPr/>
          <p:nvPr/>
        </p:nvSpPr>
        <p:spPr>
          <a:xfrm>
            <a:off x="2590827" y="230939"/>
            <a:ext cx="1844770" cy="5484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 *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28533810-3F9A-2BC0-33C9-F80EDF4AF5DD}"/>
              </a:ext>
            </a:extLst>
          </p:cNvPr>
          <p:cNvSpPr/>
          <p:nvPr/>
        </p:nvSpPr>
        <p:spPr>
          <a:xfrm>
            <a:off x="4600095" y="228345"/>
            <a:ext cx="1954923" cy="56155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FILE *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ifp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*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</a:p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exist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D6266D3B-C8D7-807E-0BF6-80CF6FDE4D7D}"/>
              </a:ext>
            </a:extLst>
          </p:cNvPr>
          <p:cNvSpPr/>
          <p:nvPr/>
        </p:nvSpPr>
        <p:spPr>
          <a:xfrm>
            <a:off x="227504" y="2949652"/>
            <a:ext cx="3046215" cy="12873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queue{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next;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data;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F1106C7E-B8E2-EE4E-9396-3F1BB1EA56DC}"/>
              </a:ext>
            </a:extLst>
          </p:cNvPr>
          <p:cNvSpPr/>
          <p:nvPr/>
        </p:nvSpPr>
        <p:spPr>
          <a:xfrm>
            <a:off x="3612800" y="945371"/>
            <a:ext cx="6264531" cy="238592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new_node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)malloc(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sizeof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(node));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 = key;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NULL;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NULL;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-&gt;parent = parent;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return newnode;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6490B257-4EB1-0425-FFD9-9156B19A88EA}"/>
              </a:ext>
            </a:extLst>
          </p:cNvPr>
          <p:cNvSpPr/>
          <p:nvPr/>
        </p:nvSpPr>
        <p:spPr>
          <a:xfrm>
            <a:off x="227504" y="4402998"/>
            <a:ext cx="3046215" cy="22704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void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freeq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 q){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*q;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while(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!= NULL){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	*q =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-&gt;next;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	free(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*q;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}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436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03930" y="986579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1399182" y="3774119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1143601" y="2926781"/>
            <a:ext cx="5630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push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qpointer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last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69827" y="606982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557738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5979870" y="4082163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5979871" y="4449082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504032" y="818845"/>
            <a:ext cx="2295984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exists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1221856" y="3583535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83547" y="4235757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221856" y="4148149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221856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90421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69452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69452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90420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49713" y="5543753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2691106" y="6114280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219825" y="5553560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9514620" y="330177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719989" y="463203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0736536" y="34556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0728767" y="411148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0985162" y="3763442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1022206" y="4433898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302876" y="4632039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51586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51586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35702" y="5774572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6199517" y="4551732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3800016" y="4854242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4529515" y="4570790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6199517" y="4918651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6695774" y="5002250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6695774" y="5583174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1066712" y="4836969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4464330" y="5019523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0724795" y="5002250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5872900" y="5027043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4D84C981-FAE9-9E32-B857-122ABC0932C0}"/>
              </a:ext>
            </a:extLst>
          </p:cNvPr>
          <p:cNvSpPr/>
          <p:nvPr/>
        </p:nvSpPr>
        <p:spPr>
          <a:xfrm>
            <a:off x="4072592" y="984073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(*last)-&gt;next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newqueue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 = (*last)-&gt;next;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1426670" y="1735660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exists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43572C8E-3607-9A3F-14FE-BBD1B61A1C38}"/>
              </a:ext>
            </a:extLst>
          </p:cNvPr>
          <p:cNvSpPr/>
          <p:nvPr/>
        </p:nvSpPr>
        <p:spPr>
          <a:xfrm>
            <a:off x="4072592" y="1902533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(*last)-&gt;next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newqueue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 = (*last)-&gt;next;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AD39870-73D4-78DF-F11E-96EBE53EB547}"/>
              </a:ext>
            </a:extLst>
          </p:cNvPr>
          <p:cNvCxnSpPr>
            <a:stCxn id="4" idx="3"/>
            <a:endCxn id="18" idx="1"/>
          </p:cNvCxnSpPr>
          <p:nvPr/>
        </p:nvCxnSpPr>
        <p:spPr>
          <a:xfrm>
            <a:off x="1052197" y="1206712"/>
            <a:ext cx="451835" cy="4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34B877-F3E2-48FE-E8B4-A12D714941BD}"/>
              </a:ext>
            </a:extLst>
          </p:cNvPr>
          <p:cNvCxnSpPr>
            <a:stCxn id="18" idx="3"/>
            <a:endCxn id="9" idx="1"/>
          </p:cNvCxnSpPr>
          <p:nvPr/>
        </p:nvCxnSpPr>
        <p:spPr>
          <a:xfrm>
            <a:off x="3800016" y="1211011"/>
            <a:ext cx="272576" cy="3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F67CF02B-ACD1-F414-1557-93F2615C15EE}"/>
              </a:ext>
            </a:extLst>
          </p:cNvPr>
          <p:cNvCxnSpPr>
            <a:stCxn id="18" idx="2"/>
            <a:endCxn id="21" idx="0"/>
          </p:cNvCxnSpPr>
          <p:nvPr/>
        </p:nvCxnSpPr>
        <p:spPr>
          <a:xfrm>
            <a:off x="2652024" y="1603177"/>
            <a:ext cx="0" cy="132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78FC7AE-DE58-6784-F573-471DE52FB026}"/>
              </a:ext>
            </a:extLst>
          </p:cNvPr>
          <p:cNvCxnSpPr>
            <a:stCxn id="21" idx="3"/>
            <a:endCxn id="39" idx="1"/>
          </p:cNvCxnSpPr>
          <p:nvPr/>
        </p:nvCxnSpPr>
        <p:spPr>
          <a:xfrm>
            <a:off x="3877377" y="2127826"/>
            <a:ext cx="195215" cy="5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stCxn id="21" idx="2"/>
          </p:cNvCxnSpPr>
          <p:nvPr/>
        </p:nvCxnSpPr>
        <p:spPr>
          <a:xfrm flipH="1">
            <a:off x="2652023" y="2519992"/>
            <a:ext cx="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3575340" y="88426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3602499" y="180608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2099659" y="148684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2099658" y="241154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46873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298275" y="984773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1399182" y="3774119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1374545" y="2949561"/>
            <a:ext cx="512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inorder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ptr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key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69827" y="606982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557738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5979870" y="4082163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5979871" y="4449082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504032" y="818845"/>
            <a:ext cx="2295984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6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exists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1221856" y="3583535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83547" y="4235757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221856" y="4148149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221856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90421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69452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69452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90420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49713" y="5543753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2691106" y="6114280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219825" y="5553560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9514620" y="330177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719989" y="463203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0736536" y="34556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0728767" y="411148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0985162" y="3763442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1022206" y="4433898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302876" y="4632039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51586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51586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35702" y="5774572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6199517" y="4551732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3800016" y="4854242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4529515" y="4570790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6199517" y="4918651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6695774" y="5002250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6695774" y="5583174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1066712" y="4836969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4464330" y="5019523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0724795" y="5002250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5872900" y="5027043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841755" y="4444803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exists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43572C8E-3607-9A3F-14FE-BBD1B61A1C38}"/>
              </a:ext>
            </a:extLst>
          </p:cNvPr>
          <p:cNvSpPr/>
          <p:nvPr/>
        </p:nvSpPr>
        <p:spPr>
          <a:xfrm>
            <a:off x="9738626" y="2685003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(*last)-&gt;next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newqueue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 = (*last)-&gt;next;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AD39870-73D4-78DF-F11E-96EBE53EB547}"/>
              </a:ext>
            </a:extLst>
          </p:cNvPr>
          <p:cNvCxnSpPr>
            <a:stCxn id="4" idx="3"/>
            <a:endCxn id="18" idx="1"/>
          </p:cNvCxnSpPr>
          <p:nvPr/>
        </p:nvCxnSpPr>
        <p:spPr>
          <a:xfrm>
            <a:off x="1246542" y="1204906"/>
            <a:ext cx="257490" cy="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34B877-F3E2-48FE-E8B4-A12D714941B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800016" y="1211011"/>
            <a:ext cx="272576" cy="3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stCxn id="21" idx="2"/>
          </p:cNvCxnSpPr>
          <p:nvPr/>
        </p:nvCxnSpPr>
        <p:spPr>
          <a:xfrm flipH="1">
            <a:off x="2067108" y="5229135"/>
            <a:ext cx="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3575340" y="88426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3771982" y="442878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8830729" y="2849000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8830728" y="377370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2" name="순서도: 종속 처리 31">
            <a:extLst>
              <a:ext uri="{FF2B5EF4-FFF2-40B4-BE49-F238E27FC236}">
                <a16:creationId xmlns:a16="http://schemas.microsoft.com/office/drawing/2014/main" id="{0C6C0F79-44F3-94A8-DF4D-B9F12D92258D}"/>
              </a:ext>
            </a:extLst>
          </p:cNvPr>
          <p:cNvSpPr/>
          <p:nvPr/>
        </p:nvSpPr>
        <p:spPr>
          <a:xfrm>
            <a:off x="4074019" y="973208"/>
            <a:ext cx="2743240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1" name="순서도: 판단 40">
            <a:extLst>
              <a:ext uri="{FF2B5EF4-FFF2-40B4-BE49-F238E27FC236}">
                <a16:creationId xmlns:a16="http://schemas.microsoft.com/office/drawing/2014/main" id="{97EF05D3-6AF6-C2CA-32D9-124CCDAE18A2}"/>
              </a:ext>
            </a:extLst>
          </p:cNvPr>
          <p:cNvSpPr/>
          <p:nvPr/>
        </p:nvSpPr>
        <p:spPr>
          <a:xfrm>
            <a:off x="4251982" y="1559431"/>
            <a:ext cx="2387314" cy="65310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 == key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02648CA1-0B5E-FF3A-B423-13E5AC166D22}"/>
              </a:ext>
            </a:extLst>
          </p:cNvPr>
          <p:cNvSpPr/>
          <p:nvPr/>
        </p:nvSpPr>
        <p:spPr>
          <a:xfrm>
            <a:off x="6911383" y="1655164"/>
            <a:ext cx="100354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exist = 1;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7" name="순서도: 종속 처리 46">
            <a:extLst>
              <a:ext uri="{FF2B5EF4-FFF2-40B4-BE49-F238E27FC236}">
                <a16:creationId xmlns:a16="http://schemas.microsoft.com/office/drawing/2014/main" id="{13128DB5-14AC-9294-57D7-57D4E480D434}"/>
              </a:ext>
            </a:extLst>
          </p:cNvPr>
          <p:cNvSpPr/>
          <p:nvPr/>
        </p:nvSpPr>
        <p:spPr>
          <a:xfrm>
            <a:off x="4003682" y="2350931"/>
            <a:ext cx="2883913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2E2C3D3-5D72-75FE-B8D5-3DCEEFF26A73}"/>
              </a:ext>
            </a:extLst>
          </p:cNvPr>
          <p:cNvCxnSpPr>
            <a:stCxn id="32" idx="2"/>
            <a:endCxn id="41" idx="0"/>
          </p:cNvCxnSpPr>
          <p:nvPr/>
        </p:nvCxnSpPr>
        <p:spPr>
          <a:xfrm>
            <a:off x="5445639" y="1436604"/>
            <a:ext cx="0" cy="122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67983C9-9244-2D89-83DC-860AB2EB3887}"/>
              </a:ext>
            </a:extLst>
          </p:cNvPr>
          <p:cNvCxnSpPr>
            <a:stCxn id="41" idx="2"/>
            <a:endCxn id="47" idx="0"/>
          </p:cNvCxnSpPr>
          <p:nvPr/>
        </p:nvCxnSpPr>
        <p:spPr>
          <a:xfrm>
            <a:off x="5445639" y="2212535"/>
            <a:ext cx="0" cy="138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817529F-4243-0906-2F54-C3B95DF585CD}"/>
              </a:ext>
            </a:extLst>
          </p:cNvPr>
          <p:cNvCxnSpPr>
            <a:stCxn id="41" idx="3"/>
            <a:endCxn id="43" idx="1"/>
          </p:cNvCxnSpPr>
          <p:nvPr/>
        </p:nvCxnSpPr>
        <p:spPr>
          <a:xfrm>
            <a:off x="6639296" y="1885983"/>
            <a:ext cx="2720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7644A41-5668-69DB-797B-8C8CAE834807}"/>
              </a:ext>
            </a:extLst>
          </p:cNvPr>
          <p:cNvCxnSpPr>
            <a:stCxn id="43" idx="2"/>
            <a:endCxn id="47" idx="0"/>
          </p:cNvCxnSpPr>
          <p:nvPr/>
        </p:nvCxnSpPr>
        <p:spPr>
          <a:xfrm flipH="1">
            <a:off x="5445639" y="2116802"/>
            <a:ext cx="1967517" cy="234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ED6BA92-F7AF-2083-7895-3EC17442A1EE}"/>
              </a:ext>
            </a:extLst>
          </p:cNvPr>
          <p:cNvSpPr txBox="1"/>
          <p:nvPr/>
        </p:nvSpPr>
        <p:spPr>
          <a:xfrm>
            <a:off x="6447148" y="159369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565476-866B-0CCC-E582-5091E09F3F15}"/>
              </a:ext>
            </a:extLst>
          </p:cNvPr>
          <p:cNvSpPr txBox="1"/>
          <p:nvPr/>
        </p:nvSpPr>
        <p:spPr>
          <a:xfrm>
            <a:off x="4884984" y="209470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56529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03930" y="115641"/>
            <a:ext cx="668479" cy="366918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3787819" y="3774119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1187266" y="6308417"/>
            <a:ext cx="512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insert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1005338" y="484836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10171596" y="443007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12990420" y="2934858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12990421" y="3301777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580798" y="572528"/>
            <a:ext cx="1502376" cy="59321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*node is empty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3610493" y="3583535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16594097" y="3088452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3610493" y="4148149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3610493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5379058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12258089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12258089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5379057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2299480" y="2017265"/>
            <a:ext cx="7003896" cy="2624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!= NULL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12090293" y="4966975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13230375" y="4406255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11903257" y="330177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16730539" y="3484734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3125173" y="34556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3117404" y="411148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3373799" y="3763442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8032756" y="3286593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7313426" y="3484734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5140223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5140223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13210067" y="3404427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13199203" y="3706937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13928702" y="3423485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13210067" y="3771346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13706324" y="3854945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13706324" y="4435869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3455349" y="4836969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13863517" y="3872218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3113432" y="5002250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15272087" y="3879738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10240942" y="3297498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exists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43572C8E-3607-9A3F-14FE-BBD1B61A1C38}"/>
              </a:ext>
            </a:extLst>
          </p:cNvPr>
          <p:cNvSpPr/>
          <p:nvPr/>
        </p:nvSpPr>
        <p:spPr>
          <a:xfrm>
            <a:off x="12127263" y="2685003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(*last)-&gt;next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newqueue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 = (*last)-&gt;next;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stCxn id="21" idx="2"/>
          </p:cNvCxnSpPr>
          <p:nvPr/>
        </p:nvCxnSpPr>
        <p:spPr>
          <a:xfrm flipH="1">
            <a:off x="11466295" y="4081830"/>
            <a:ext cx="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14091331" y="379691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13171169" y="328147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11219366" y="2849000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15841278" y="2626400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2" name="순서도: 종속 처리 31">
            <a:extLst>
              <a:ext uri="{FF2B5EF4-FFF2-40B4-BE49-F238E27FC236}">
                <a16:creationId xmlns:a16="http://schemas.microsoft.com/office/drawing/2014/main" id="{0C6C0F79-44F3-94A8-DF4D-B9F12D92258D}"/>
              </a:ext>
            </a:extLst>
          </p:cNvPr>
          <p:cNvSpPr/>
          <p:nvPr/>
        </p:nvSpPr>
        <p:spPr>
          <a:xfrm>
            <a:off x="14590010" y="3885863"/>
            <a:ext cx="2743240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1" name="순서도: 판단 40">
            <a:extLst>
              <a:ext uri="{FF2B5EF4-FFF2-40B4-BE49-F238E27FC236}">
                <a16:creationId xmlns:a16="http://schemas.microsoft.com/office/drawing/2014/main" id="{97EF05D3-6AF6-C2CA-32D9-124CCDAE18A2}"/>
              </a:ext>
            </a:extLst>
          </p:cNvPr>
          <p:cNvSpPr/>
          <p:nvPr/>
        </p:nvSpPr>
        <p:spPr>
          <a:xfrm>
            <a:off x="14767973" y="4472086"/>
            <a:ext cx="2387314" cy="65310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 == key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02648CA1-0B5E-FF3A-B423-13E5AC166D22}"/>
              </a:ext>
            </a:extLst>
          </p:cNvPr>
          <p:cNvSpPr/>
          <p:nvPr/>
        </p:nvSpPr>
        <p:spPr>
          <a:xfrm>
            <a:off x="917363" y="115641"/>
            <a:ext cx="829246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exist = 0;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7" name="순서도: 종속 처리 46">
            <a:extLst>
              <a:ext uri="{FF2B5EF4-FFF2-40B4-BE49-F238E27FC236}">
                <a16:creationId xmlns:a16="http://schemas.microsoft.com/office/drawing/2014/main" id="{13128DB5-14AC-9294-57D7-57D4E480D434}"/>
              </a:ext>
            </a:extLst>
          </p:cNvPr>
          <p:cNvSpPr/>
          <p:nvPr/>
        </p:nvSpPr>
        <p:spPr>
          <a:xfrm>
            <a:off x="85268" y="1238326"/>
            <a:ext cx="2516862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1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*node = </a:t>
            </a:r>
            <a:r>
              <a:rPr lang="en-US" altLang="ko-KR" sz="1200" spc="-15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new_node</a:t>
            </a:r>
            <a:r>
              <a:rPr lang="en-US" altLang="ko-KR" sz="1200" spc="-1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(num, NULL);</a:t>
            </a:r>
            <a:endParaRPr lang="ko-KR" altLang="en-US" sz="1200" spc="-15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2E2C3D3-5D72-75FE-B8D5-3DCEEFF26A73}"/>
              </a:ext>
            </a:extLst>
          </p:cNvPr>
          <p:cNvCxnSpPr>
            <a:stCxn id="32" idx="2"/>
            <a:endCxn id="41" idx="0"/>
          </p:cNvCxnSpPr>
          <p:nvPr/>
        </p:nvCxnSpPr>
        <p:spPr>
          <a:xfrm>
            <a:off x="15961630" y="4349259"/>
            <a:ext cx="0" cy="122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ED6BA92-F7AF-2083-7895-3EC17442A1EE}"/>
              </a:ext>
            </a:extLst>
          </p:cNvPr>
          <p:cNvSpPr txBox="1"/>
          <p:nvPr/>
        </p:nvSpPr>
        <p:spPr>
          <a:xfrm>
            <a:off x="16963139" y="450635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565476-866B-0CCC-E582-5091E09F3F15}"/>
              </a:ext>
            </a:extLst>
          </p:cNvPr>
          <p:cNvSpPr txBox="1"/>
          <p:nvPr/>
        </p:nvSpPr>
        <p:spPr>
          <a:xfrm>
            <a:off x="15400975" y="500735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51" name="순서도: 처리 50">
            <a:extLst>
              <a:ext uri="{FF2B5EF4-FFF2-40B4-BE49-F238E27FC236}">
                <a16:creationId xmlns:a16="http://schemas.microsoft.com/office/drawing/2014/main" id="{DDB79F8E-55DF-2884-CCDD-829803F5E5D8}"/>
              </a:ext>
            </a:extLst>
          </p:cNvPr>
          <p:cNvSpPr/>
          <p:nvPr/>
        </p:nvSpPr>
        <p:spPr>
          <a:xfrm>
            <a:off x="637317" y="1769996"/>
            <a:ext cx="1407999" cy="4333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Insert num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9A40C61A-A59F-AB38-7615-01023CD71242}"/>
              </a:ext>
            </a:extLst>
          </p:cNvPr>
          <p:cNvSpPr/>
          <p:nvPr/>
        </p:nvSpPr>
        <p:spPr>
          <a:xfrm>
            <a:off x="2795003" y="89943"/>
            <a:ext cx="2516863" cy="81599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qpointer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q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new_queue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(*node);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qpointer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q;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qpointer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lastq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q;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treePointer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5" name="순서도: 종속 처리 54">
            <a:extLst>
              <a:ext uri="{FF2B5EF4-FFF2-40B4-BE49-F238E27FC236}">
                <a16:creationId xmlns:a16="http://schemas.microsoft.com/office/drawing/2014/main" id="{E52102CF-8B4D-7024-DAB3-988F73AFCC37}"/>
              </a:ext>
            </a:extLst>
          </p:cNvPr>
          <p:cNvSpPr/>
          <p:nvPr/>
        </p:nvSpPr>
        <p:spPr>
          <a:xfrm>
            <a:off x="2986423" y="984505"/>
            <a:ext cx="2134022" cy="282532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(*node, num);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2" name="순서도: 판단 61">
            <a:extLst>
              <a:ext uri="{FF2B5EF4-FFF2-40B4-BE49-F238E27FC236}">
                <a16:creationId xmlns:a16="http://schemas.microsoft.com/office/drawing/2014/main" id="{A85EE728-4B03-9297-A6E9-998678B25951}"/>
              </a:ext>
            </a:extLst>
          </p:cNvPr>
          <p:cNvSpPr/>
          <p:nvPr/>
        </p:nvSpPr>
        <p:spPr>
          <a:xfrm>
            <a:off x="3213350" y="1341969"/>
            <a:ext cx="1614516" cy="59321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exist ==1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4" name="순서도: 처리 63">
            <a:extLst>
              <a:ext uri="{FF2B5EF4-FFF2-40B4-BE49-F238E27FC236}">
                <a16:creationId xmlns:a16="http://schemas.microsoft.com/office/drawing/2014/main" id="{B102BB03-59F0-3BBA-075E-3CF153AA6632}"/>
              </a:ext>
            </a:extLst>
          </p:cNvPr>
          <p:cNvSpPr/>
          <p:nvPr/>
        </p:nvSpPr>
        <p:spPr>
          <a:xfrm>
            <a:off x="4997204" y="1418612"/>
            <a:ext cx="1500859" cy="4333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Exist number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8" name="순서도: 수행의 시작/종료 67">
            <a:extLst>
              <a:ext uri="{FF2B5EF4-FFF2-40B4-BE49-F238E27FC236}">
                <a16:creationId xmlns:a16="http://schemas.microsoft.com/office/drawing/2014/main" id="{7DF0DE6F-5AF8-588B-07BB-CED8BBF59684}"/>
              </a:ext>
            </a:extLst>
          </p:cNvPr>
          <p:cNvSpPr/>
          <p:nvPr/>
        </p:nvSpPr>
        <p:spPr>
          <a:xfrm>
            <a:off x="6667401" y="1460554"/>
            <a:ext cx="574268" cy="349444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0" name="순서도: 처리 69">
            <a:extLst>
              <a:ext uri="{FF2B5EF4-FFF2-40B4-BE49-F238E27FC236}">
                <a16:creationId xmlns:a16="http://schemas.microsoft.com/office/drawing/2014/main" id="{96CE6C7F-40D9-4A80-B08B-3827404D1019}"/>
              </a:ext>
            </a:extLst>
          </p:cNvPr>
          <p:cNvSpPr/>
          <p:nvPr/>
        </p:nvSpPr>
        <p:spPr>
          <a:xfrm>
            <a:off x="2299479" y="2278736"/>
            <a:ext cx="7003897" cy="380482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71" name="순서도: 판단 70">
            <a:extLst>
              <a:ext uri="{FF2B5EF4-FFF2-40B4-BE49-F238E27FC236}">
                <a16:creationId xmlns:a16="http://schemas.microsoft.com/office/drawing/2014/main" id="{8C2F75C5-BD44-0016-066C-C47E2A333C33}"/>
              </a:ext>
            </a:extLst>
          </p:cNvPr>
          <p:cNvSpPr/>
          <p:nvPr/>
        </p:nvSpPr>
        <p:spPr>
          <a:xfrm>
            <a:off x="2406092" y="2345206"/>
            <a:ext cx="2889652" cy="59321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== NULL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2" name="순서도: 판단 71">
            <a:extLst>
              <a:ext uri="{FF2B5EF4-FFF2-40B4-BE49-F238E27FC236}">
                <a16:creationId xmlns:a16="http://schemas.microsoft.com/office/drawing/2014/main" id="{B65AE53E-BCD9-DAE0-D0A0-CD38567F324C}"/>
              </a:ext>
            </a:extLst>
          </p:cNvPr>
          <p:cNvSpPr/>
          <p:nvPr/>
        </p:nvSpPr>
        <p:spPr>
          <a:xfrm>
            <a:off x="2340774" y="3094397"/>
            <a:ext cx="3016131" cy="59321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== NULL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3" name="순서도: 처리 72">
            <a:extLst>
              <a:ext uri="{FF2B5EF4-FFF2-40B4-BE49-F238E27FC236}">
                <a16:creationId xmlns:a16="http://schemas.microsoft.com/office/drawing/2014/main" id="{A348A49B-4765-9436-B2B4-CF5B92A4EE1B}"/>
              </a:ext>
            </a:extLst>
          </p:cNvPr>
          <p:cNvSpPr/>
          <p:nvPr/>
        </p:nvSpPr>
        <p:spPr>
          <a:xfrm>
            <a:off x="5511628" y="2335876"/>
            <a:ext cx="3381307" cy="6180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Insert num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(num,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74" name="순서도: 처리 73">
            <a:extLst>
              <a:ext uri="{FF2B5EF4-FFF2-40B4-BE49-F238E27FC236}">
                <a16:creationId xmlns:a16="http://schemas.microsoft.com/office/drawing/2014/main" id="{3D83B5E2-483F-83BC-8241-C69AAB17DAB5}"/>
              </a:ext>
            </a:extLst>
          </p:cNvPr>
          <p:cNvSpPr/>
          <p:nvPr/>
        </p:nvSpPr>
        <p:spPr>
          <a:xfrm>
            <a:off x="5500988" y="3086463"/>
            <a:ext cx="3468925" cy="6180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Insert num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(num,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75" name="순서도: 종속 처리 74">
            <a:extLst>
              <a:ext uri="{FF2B5EF4-FFF2-40B4-BE49-F238E27FC236}">
                <a16:creationId xmlns:a16="http://schemas.microsoft.com/office/drawing/2014/main" id="{05DC7A6B-63BB-AAB9-D08F-52BE355CD09A}"/>
              </a:ext>
            </a:extLst>
          </p:cNvPr>
          <p:cNvSpPr/>
          <p:nvPr/>
        </p:nvSpPr>
        <p:spPr>
          <a:xfrm>
            <a:off x="2688182" y="3888095"/>
            <a:ext cx="2323503" cy="26005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push(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&amp;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lastq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76" name="순서도: 처리 75">
            <a:extLst>
              <a:ext uri="{FF2B5EF4-FFF2-40B4-BE49-F238E27FC236}">
                <a16:creationId xmlns:a16="http://schemas.microsoft.com/office/drawing/2014/main" id="{2C086199-4284-40BD-1C02-EA3D924F8F90}"/>
              </a:ext>
            </a:extLst>
          </p:cNvPr>
          <p:cNvSpPr/>
          <p:nvPr/>
        </p:nvSpPr>
        <p:spPr>
          <a:xfrm>
            <a:off x="3098409" y="4260348"/>
            <a:ext cx="1500859" cy="38967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-&gt;next;</a:t>
            </a:r>
          </a:p>
          <a:p>
            <a:pPr algn="ctr"/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continue;</a:t>
            </a:r>
            <a:endParaRPr lang="ko-KR" altLang="en-US" sz="12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78" name="순서도: 처리 77">
            <a:extLst>
              <a:ext uri="{FF2B5EF4-FFF2-40B4-BE49-F238E27FC236}">
                <a16:creationId xmlns:a16="http://schemas.microsoft.com/office/drawing/2014/main" id="{C110D704-237E-E67E-AA89-C20D366E49D9}"/>
              </a:ext>
            </a:extLst>
          </p:cNvPr>
          <p:cNvSpPr/>
          <p:nvPr/>
        </p:nvSpPr>
        <p:spPr>
          <a:xfrm>
            <a:off x="5325731" y="4269685"/>
            <a:ext cx="3594525" cy="52205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curnode’s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parent exists &amp;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key is greater than parent’s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79" name="순서도: 처리 78">
            <a:extLst>
              <a:ext uri="{FF2B5EF4-FFF2-40B4-BE49-F238E27FC236}">
                <a16:creationId xmlns:a16="http://schemas.microsoft.com/office/drawing/2014/main" id="{292CED54-EBA2-FC53-80A8-41334A4F6CAF}"/>
              </a:ext>
            </a:extLst>
          </p:cNvPr>
          <p:cNvSpPr/>
          <p:nvPr/>
        </p:nvSpPr>
        <p:spPr>
          <a:xfrm>
            <a:off x="5329929" y="4779157"/>
            <a:ext cx="3594525" cy="72859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swap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&amp; parent node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81" name="순서도: 처리 80">
            <a:extLst>
              <a:ext uri="{FF2B5EF4-FFF2-40B4-BE49-F238E27FC236}">
                <a16:creationId xmlns:a16="http://schemas.microsoft.com/office/drawing/2014/main" id="{B957620A-149D-EBB4-123C-92679F3CA2BC}"/>
              </a:ext>
            </a:extLst>
          </p:cNvPr>
          <p:cNvSpPr/>
          <p:nvPr/>
        </p:nvSpPr>
        <p:spPr>
          <a:xfrm>
            <a:off x="6786991" y="5627554"/>
            <a:ext cx="672004" cy="38967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break;</a:t>
            </a:r>
            <a:endParaRPr lang="ko-KR" altLang="en-US" sz="12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82DA2F11-6968-53DD-D6DA-383876FE33D8}"/>
              </a:ext>
            </a:extLst>
          </p:cNvPr>
          <p:cNvCxnSpPr>
            <a:stCxn id="4" idx="3"/>
            <a:endCxn id="43" idx="1"/>
          </p:cNvCxnSpPr>
          <p:nvPr/>
        </p:nvCxnSpPr>
        <p:spPr>
          <a:xfrm>
            <a:off x="772409" y="299100"/>
            <a:ext cx="1449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C7A0A7DA-B879-D8E5-516F-6FF427B297BD}"/>
              </a:ext>
            </a:extLst>
          </p:cNvPr>
          <p:cNvCxnSpPr>
            <a:stCxn id="43" idx="2"/>
            <a:endCxn id="18" idx="0"/>
          </p:cNvCxnSpPr>
          <p:nvPr/>
        </p:nvCxnSpPr>
        <p:spPr>
          <a:xfrm>
            <a:off x="1331986" y="482559"/>
            <a:ext cx="0" cy="89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35AAFF3F-4B5A-928F-DA86-5AAB2691CAFD}"/>
              </a:ext>
            </a:extLst>
          </p:cNvPr>
          <p:cNvCxnSpPr>
            <a:stCxn id="18" idx="2"/>
            <a:endCxn id="47" idx="0"/>
          </p:cNvCxnSpPr>
          <p:nvPr/>
        </p:nvCxnSpPr>
        <p:spPr>
          <a:xfrm>
            <a:off x="1331986" y="1165746"/>
            <a:ext cx="11713" cy="72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3F78B361-08DE-161C-7F11-0AC31ACE9902}"/>
              </a:ext>
            </a:extLst>
          </p:cNvPr>
          <p:cNvCxnSpPr>
            <a:stCxn id="47" idx="2"/>
            <a:endCxn id="51" idx="0"/>
          </p:cNvCxnSpPr>
          <p:nvPr/>
        </p:nvCxnSpPr>
        <p:spPr>
          <a:xfrm flipH="1">
            <a:off x="1341317" y="1701722"/>
            <a:ext cx="2382" cy="68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78F0429B-B7A4-7506-08A1-AA9A9C123379}"/>
              </a:ext>
            </a:extLst>
          </p:cNvPr>
          <p:cNvCxnSpPr>
            <a:cxnSpLocks/>
            <a:stCxn id="18" idx="3"/>
            <a:endCxn id="54" idx="1"/>
          </p:cNvCxnSpPr>
          <p:nvPr/>
        </p:nvCxnSpPr>
        <p:spPr>
          <a:xfrm flipV="1">
            <a:off x="2083174" y="497943"/>
            <a:ext cx="711829" cy="371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33224923-87B3-C5AD-2199-BAAD1CE067C9}"/>
              </a:ext>
            </a:extLst>
          </p:cNvPr>
          <p:cNvCxnSpPr>
            <a:stCxn id="54" idx="2"/>
            <a:endCxn id="55" idx="0"/>
          </p:cNvCxnSpPr>
          <p:nvPr/>
        </p:nvCxnSpPr>
        <p:spPr>
          <a:xfrm flipH="1">
            <a:off x="4053434" y="905942"/>
            <a:ext cx="1" cy="78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FD7EFBA4-7968-3E48-61F2-B146F73A592E}"/>
              </a:ext>
            </a:extLst>
          </p:cNvPr>
          <p:cNvCxnSpPr>
            <a:stCxn id="55" idx="2"/>
            <a:endCxn id="62" idx="0"/>
          </p:cNvCxnSpPr>
          <p:nvPr/>
        </p:nvCxnSpPr>
        <p:spPr>
          <a:xfrm flipH="1">
            <a:off x="4020608" y="1267037"/>
            <a:ext cx="32826" cy="74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5A5F105F-6777-9EB4-1FC9-4A8D434ED41A}"/>
              </a:ext>
            </a:extLst>
          </p:cNvPr>
          <p:cNvCxnSpPr>
            <a:stCxn id="62" idx="3"/>
            <a:endCxn id="64" idx="1"/>
          </p:cNvCxnSpPr>
          <p:nvPr/>
        </p:nvCxnSpPr>
        <p:spPr>
          <a:xfrm flipV="1">
            <a:off x="4827866" y="1635277"/>
            <a:ext cx="169338" cy="3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3DBA2F3C-ADBD-07C8-3451-4F51A833FA91}"/>
              </a:ext>
            </a:extLst>
          </p:cNvPr>
          <p:cNvCxnSpPr>
            <a:stCxn id="64" idx="3"/>
            <a:endCxn id="68" idx="1"/>
          </p:cNvCxnSpPr>
          <p:nvPr/>
        </p:nvCxnSpPr>
        <p:spPr>
          <a:xfrm flipV="1">
            <a:off x="6498063" y="1635276"/>
            <a:ext cx="16933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BE86042C-DAA2-6A28-BC3A-A3DDE4261291}"/>
              </a:ext>
            </a:extLst>
          </p:cNvPr>
          <p:cNvCxnSpPr>
            <a:stCxn id="62" idx="2"/>
          </p:cNvCxnSpPr>
          <p:nvPr/>
        </p:nvCxnSpPr>
        <p:spPr>
          <a:xfrm>
            <a:off x="4020608" y="1935187"/>
            <a:ext cx="16413" cy="99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CA030A15-802E-8C49-B40C-37F7CC6A438B}"/>
              </a:ext>
            </a:extLst>
          </p:cNvPr>
          <p:cNvCxnSpPr>
            <a:stCxn id="71" idx="3"/>
            <a:endCxn id="73" idx="1"/>
          </p:cNvCxnSpPr>
          <p:nvPr/>
        </p:nvCxnSpPr>
        <p:spPr>
          <a:xfrm>
            <a:off x="5295744" y="2641815"/>
            <a:ext cx="215884" cy="3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8387D0E7-1D17-B28E-AAD0-9572522000C8}"/>
              </a:ext>
            </a:extLst>
          </p:cNvPr>
          <p:cNvCxnSpPr>
            <a:stCxn id="71" idx="2"/>
            <a:endCxn id="72" idx="0"/>
          </p:cNvCxnSpPr>
          <p:nvPr/>
        </p:nvCxnSpPr>
        <p:spPr>
          <a:xfrm flipH="1">
            <a:off x="3848840" y="2938424"/>
            <a:ext cx="2078" cy="155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BC09DE42-264C-3461-F209-DF8EE0631371}"/>
              </a:ext>
            </a:extLst>
          </p:cNvPr>
          <p:cNvCxnSpPr>
            <a:stCxn id="72" idx="3"/>
            <a:endCxn id="74" idx="1"/>
          </p:cNvCxnSpPr>
          <p:nvPr/>
        </p:nvCxnSpPr>
        <p:spPr>
          <a:xfrm>
            <a:off x="5356905" y="3391006"/>
            <a:ext cx="144083" cy="4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B645A723-329B-1375-B505-D99429A8B5AD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3848840" y="3687615"/>
            <a:ext cx="1094" cy="200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98F6F3C9-1C0D-D5A8-D056-9860472F9D10}"/>
              </a:ext>
            </a:extLst>
          </p:cNvPr>
          <p:cNvCxnSpPr>
            <a:stCxn id="75" idx="2"/>
            <a:endCxn id="76" idx="0"/>
          </p:cNvCxnSpPr>
          <p:nvPr/>
        </p:nvCxnSpPr>
        <p:spPr>
          <a:xfrm flipH="1">
            <a:off x="3848839" y="4148149"/>
            <a:ext cx="1095" cy="112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3E1E4E2C-1604-478D-5D52-2CF5D24558A0}"/>
              </a:ext>
            </a:extLst>
          </p:cNvPr>
          <p:cNvCxnSpPr>
            <a:stCxn id="79" idx="2"/>
            <a:endCxn id="81" idx="0"/>
          </p:cNvCxnSpPr>
          <p:nvPr/>
        </p:nvCxnSpPr>
        <p:spPr>
          <a:xfrm flipH="1">
            <a:off x="7122993" y="5507755"/>
            <a:ext cx="4199" cy="119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8449135F-6708-A2C5-244E-B3226C99E863}"/>
              </a:ext>
            </a:extLst>
          </p:cNvPr>
          <p:cNvCxnSpPr>
            <a:stCxn id="73" idx="3"/>
          </p:cNvCxnSpPr>
          <p:nvPr/>
        </p:nvCxnSpPr>
        <p:spPr>
          <a:xfrm flipH="1">
            <a:off x="7122993" y="2644905"/>
            <a:ext cx="1769942" cy="1363886"/>
          </a:xfrm>
          <a:prstGeom prst="bentConnector3">
            <a:avLst>
              <a:gd name="adj1" fmla="val -129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D4BD5DC1-5AD9-C248-ED9D-E9F8DE2CD246}"/>
              </a:ext>
            </a:extLst>
          </p:cNvPr>
          <p:cNvCxnSpPr>
            <a:stCxn id="74" idx="3"/>
          </p:cNvCxnSpPr>
          <p:nvPr/>
        </p:nvCxnSpPr>
        <p:spPr>
          <a:xfrm flipH="1">
            <a:off x="7122993" y="3395492"/>
            <a:ext cx="1846920" cy="586423"/>
          </a:xfrm>
          <a:prstGeom prst="bentConnector3">
            <a:avLst>
              <a:gd name="adj1" fmla="val -1237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1E748F7D-C526-9449-BB60-AEFD566C9D80}"/>
              </a:ext>
            </a:extLst>
          </p:cNvPr>
          <p:cNvCxnSpPr>
            <a:endCxn id="78" idx="0"/>
          </p:cNvCxnSpPr>
          <p:nvPr/>
        </p:nvCxnSpPr>
        <p:spPr>
          <a:xfrm flipH="1">
            <a:off x="7122994" y="4018122"/>
            <a:ext cx="79287" cy="251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2E38D5B-5527-6C93-21B7-3D42A0DC9347}"/>
              </a:ext>
            </a:extLst>
          </p:cNvPr>
          <p:cNvSpPr txBox="1"/>
          <p:nvPr/>
        </p:nvSpPr>
        <p:spPr>
          <a:xfrm>
            <a:off x="774436" y="99258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8F01097-4AC1-42A7-BFD6-12DEF050F3E0}"/>
              </a:ext>
            </a:extLst>
          </p:cNvPr>
          <p:cNvSpPr txBox="1"/>
          <p:nvPr/>
        </p:nvSpPr>
        <p:spPr>
          <a:xfrm>
            <a:off x="4518158" y="1332560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5D86FA2-DADA-2603-AF0E-580F37628CC5}"/>
              </a:ext>
            </a:extLst>
          </p:cNvPr>
          <p:cNvSpPr txBox="1"/>
          <p:nvPr/>
        </p:nvSpPr>
        <p:spPr>
          <a:xfrm>
            <a:off x="5014377" y="2326274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491FB48-8ADE-6186-DA14-A7E3C4E22FF0}"/>
              </a:ext>
            </a:extLst>
          </p:cNvPr>
          <p:cNvSpPr txBox="1"/>
          <p:nvPr/>
        </p:nvSpPr>
        <p:spPr>
          <a:xfrm>
            <a:off x="5018975" y="3064780"/>
            <a:ext cx="497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CF35271-0D3F-2985-F5E5-C5F507C0C952}"/>
              </a:ext>
            </a:extLst>
          </p:cNvPr>
          <p:cNvSpPr txBox="1"/>
          <p:nvPr/>
        </p:nvSpPr>
        <p:spPr>
          <a:xfrm>
            <a:off x="1803385" y="53631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8817726-B4B9-9C67-9097-D7D46A70FAA8}"/>
              </a:ext>
            </a:extLst>
          </p:cNvPr>
          <p:cNvSpPr txBox="1"/>
          <p:nvPr/>
        </p:nvSpPr>
        <p:spPr>
          <a:xfrm>
            <a:off x="3469237" y="178071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894B5A8-E7C4-A5D5-A014-49EED6ED1B0C}"/>
              </a:ext>
            </a:extLst>
          </p:cNvPr>
          <p:cNvSpPr txBox="1"/>
          <p:nvPr/>
        </p:nvSpPr>
        <p:spPr>
          <a:xfrm>
            <a:off x="3304881" y="282800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E6AC06A-E036-D22E-5E9F-5F8A8D317037}"/>
              </a:ext>
            </a:extLst>
          </p:cNvPr>
          <p:cNvSpPr txBox="1"/>
          <p:nvPr/>
        </p:nvSpPr>
        <p:spPr>
          <a:xfrm>
            <a:off x="3296159" y="356832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0595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518787" y="25560"/>
            <a:ext cx="668479" cy="366918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6858018" y="3981297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3313354" y="6532875"/>
            <a:ext cx="4870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delete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7065920" y="506487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16232178" y="464659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12990420" y="2934858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12990421" y="3301777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13465" y="480250"/>
            <a:ext cx="1502376" cy="88802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*node is not empty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6600876" y="3592872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16594097" y="3088452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6600876" y="4157486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6600876" y="4428538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5379058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15248472" y="5053527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15248472" y="5566581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5379057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12398261" y="220094"/>
            <a:ext cx="7003896" cy="2624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!= NULL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15080676" y="4976312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16220758" y="4415592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17963839" y="351829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16730539" y="3484734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6195372" y="366284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6187603" y="431865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6443998" y="3970620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8032756" y="3286593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7313426" y="3484734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18130606" y="4475914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cxnSpLocks/>
          </p:cNvCxnSpPr>
          <p:nvPr/>
        </p:nvCxnSpPr>
        <p:spPr>
          <a:xfrm flipV="1">
            <a:off x="18130606" y="5690038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13210067" y="3404427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16269402" y="3914115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16919085" y="3432822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13210067" y="3771346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13706324" y="3854945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13706324" y="4435869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6525548" y="5044147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16933716" y="4079396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6183631" y="5209428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18262470" y="3889075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13311141" y="3504676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exists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43572C8E-3607-9A3F-14FE-BBD1B61A1C38}"/>
              </a:ext>
            </a:extLst>
          </p:cNvPr>
          <p:cNvSpPr/>
          <p:nvPr/>
        </p:nvSpPr>
        <p:spPr>
          <a:xfrm>
            <a:off x="15117646" y="2694340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(*last)-&gt;next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newqueue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 = (*last)-&gt;next;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cxnSpLocks/>
          </p:cNvCxnSpPr>
          <p:nvPr/>
        </p:nvCxnSpPr>
        <p:spPr>
          <a:xfrm flipH="1">
            <a:off x="17526877" y="4298345"/>
            <a:ext cx="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17161530" y="400409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16241368" y="348865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17279948" y="306551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15841278" y="2626400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2" name="순서도: 종속 처리 31">
            <a:extLst>
              <a:ext uri="{FF2B5EF4-FFF2-40B4-BE49-F238E27FC236}">
                <a16:creationId xmlns:a16="http://schemas.microsoft.com/office/drawing/2014/main" id="{0C6C0F79-44F3-94A8-DF4D-B9F12D92258D}"/>
              </a:ext>
            </a:extLst>
          </p:cNvPr>
          <p:cNvSpPr/>
          <p:nvPr/>
        </p:nvSpPr>
        <p:spPr>
          <a:xfrm>
            <a:off x="14590010" y="3885863"/>
            <a:ext cx="2743240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1" name="순서도: 판단 40">
            <a:extLst>
              <a:ext uri="{FF2B5EF4-FFF2-40B4-BE49-F238E27FC236}">
                <a16:creationId xmlns:a16="http://schemas.microsoft.com/office/drawing/2014/main" id="{97EF05D3-6AF6-C2CA-32D9-124CCDAE18A2}"/>
              </a:ext>
            </a:extLst>
          </p:cNvPr>
          <p:cNvSpPr/>
          <p:nvPr/>
        </p:nvSpPr>
        <p:spPr>
          <a:xfrm>
            <a:off x="14767973" y="4472086"/>
            <a:ext cx="2387314" cy="65310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 == key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7" name="순서도: 종속 처리 46">
            <a:extLst>
              <a:ext uri="{FF2B5EF4-FFF2-40B4-BE49-F238E27FC236}">
                <a16:creationId xmlns:a16="http://schemas.microsoft.com/office/drawing/2014/main" id="{13128DB5-14AC-9294-57D7-57D4E480D434}"/>
              </a:ext>
            </a:extLst>
          </p:cNvPr>
          <p:cNvSpPr/>
          <p:nvPr/>
        </p:nvSpPr>
        <p:spPr>
          <a:xfrm>
            <a:off x="14468469" y="6323926"/>
            <a:ext cx="2516862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1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*node = </a:t>
            </a:r>
            <a:r>
              <a:rPr lang="en-US" altLang="ko-KR" sz="1200" spc="-15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new_node</a:t>
            </a:r>
            <a:r>
              <a:rPr lang="en-US" altLang="ko-KR" sz="1200" spc="-1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(num, NULL);</a:t>
            </a:r>
            <a:endParaRPr lang="ko-KR" altLang="en-US" sz="1200" spc="-15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2E2C3D3-5D72-75FE-B8D5-3DCEEFF26A73}"/>
              </a:ext>
            </a:extLst>
          </p:cNvPr>
          <p:cNvCxnSpPr>
            <a:stCxn id="32" idx="2"/>
            <a:endCxn id="41" idx="0"/>
          </p:cNvCxnSpPr>
          <p:nvPr/>
        </p:nvCxnSpPr>
        <p:spPr>
          <a:xfrm>
            <a:off x="15961630" y="4349259"/>
            <a:ext cx="0" cy="122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ED6BA92-F7AF-2083-7895-3EC17442A1EE}"/>
              </a:ext>
            </a:extLst>
          </p:cNvPr>
          <p:cNvSpPr txBox="1"/>
          <p:nvPr/>
        </p:nvSpPr>
        <p:spPr>
          <a:xfrm>
            <a:off x="16963139" y="450635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565476-866B-0CCC-E582-5091E09F3F15}"/>
              </a:ext>
            </a:extLst>
          </p:cNvPr>
          <p:cNvSpPr txBox="1"/>
          <p:nvPr/>
        </p:nvSpPr>
        <p:spPr>
          <a:xfrm>
            <a:off x="15400975" y="500735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51" name="순서도: 처리 50">
            <a:extLst>
              <a:ext uri="{FF2B5EF4-FFF2-40B4-BE49-F238E27FC236}">
                <a16:creationId xmlns:a16="http://schemas.microsoft.com/office/drawing/2014/main" id="{DDB79F8E-55DF-2884-CCDD-829803F5E5D8}"/>
              </a:ext>
            </a:extLst>
          </p:cNvPr>
          <p:cNvSpPr/>
          <p:nvPr/>
        </p:nvSpPr>
        <p:spPr>
          <a:xfrm>
            <a:off x="12334592" y="5951011"/>
            <a:ext cx="1407999" cy="4333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9A40C61A-A59F-AB38-7615-01023CD71242}"/>
              </a:ext>
            </a:extLst>
          </p:cNvPr>
          <p:cNvSpPr/>
          <p:nvPr/>
        </p:nvSpPr>
        <p:spPr>
          <a:xfrm>
            <a:off x="1923923" y="91780"/>
            <a:ext cx="2516863" cy="94765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qpointer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q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new_queue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(*node);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qpointer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q;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qpointer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lastq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q;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qpointer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prevq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;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treePointer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5" name="순서도: 종속 처리 54">
            <a:extLst>
              <a:ext uri="{FF2B5EF4-FFF2-40B4-BE49-F238E27FC236}">
                <a16:creationId xmlns:a16="http://schemas.microsoft.com/office/drawing/2014/main" id="{E52102CF-8B4D-7024-DAB3-988F73AFCC37}"/>
              </a:ext>
            </a:extLst>
          </p:cNvPr>
          <p:cNvSpPr/>
          <p:nvPr/>
        </p:nvSpPr>
        <p:spPr>
          <a:xfrm>
            <a:off x="13694348" y="783314"/>
            <a:ext cx="2134022" cy="282532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(*node, num);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2" name="순서도: 판단 61">
            <a:extLst>
              <a:ext uri="{FF2B5EF4-FFF2-40B4-BE49-F238E27FC236}">
                <a16:creationId xmlns:a16="http://schemas.microsoft.com/office/drawing/2014/main" id="{A85EE728-4B03-9297-A6E9-998678B25951}"/>
              </a:ext>
            </a:extLst>
          </p:cNvPr>
          <p:cNvSpPr/>
          <p:nvPr/>
        </p:nvSpPr>
        <p:spPr>
          <a:xfrm>
            <a:off x="13921275" y="1140778"/>
            <a:ext cx="1614516" cy="59321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exist ==1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4" name="순서도: 처리 63">
            <a:extLst>
              <a:ext uri="{FF2B5EF4-FFF2-40B4-BE49-F238E27FC236}">
                <a16:creationId xmlns:a16="http://schemas.microsoft.com/office/drawing/2014/main" id="{B102BB03-59F0-3BBA-075E-3CF153AA6632}"/>
              </a:ext>
            </a:extLst>
          </p:cNvPr>
          <p:cNvSpPr/>
          <p:nvPr/>
        </p:nvSpPr>
        <p:spPr>
          <a:xfrm>
            <a:off x="15705129" y="1217421"/>
            <a:ext cx="1500859" cy="4333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Exist number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8" name="순서도: 수행의 시작/종료 67">
            <a:extLst>
              <a:ext uri="{FF2B5EF4-FFF2-40B4-BE49-F238E27FC236}">
                <a16:creationId xmlns:a16="http://schemas.microsoft.com/office/drawing/2014/main" id="{7DF0DE6F-5AF8-588B-07BB-CED8BBF59684}"/>
              </a:ext>
            </a:extLst>
          </p:cNvPr>
          <p:cNvSpPr/>
          <p:nvPr/>
        </p:nvSpPr>
        <p:spPr>
          <a:xfrm>
            <a:off x="17375326" y="1259363"/>
            <a:ext cx="574268" cy="349444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0" name="순서도: 처리 69">
            <a:extLst>
              <a:ext uri="{FF2B5EF4-FFF2-40B4-BE49-F238E27FC236}">
                <a16:creationId xmlns:a16="http://schemas.microsoft.com/office/drawing/2014/main" id="{96CE6C7F-40D9-4A80-B08B-3827404D1019}"/>
              </a:ext>
            </a:extLst>
          </p:cNvPr>
          <p:cNvSpPr/>
          <p:nvPr/>
        </p:nvSpPr>
        <p:spPr>
          <a:xfrm>
            <a:off x="12751321" y="1620583"/>
            <a:ext cx="7003897" cy="380482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71" name="순서도: 판단 70">
            <a:extLst>
              <a:ext uri="{FF2B5EF4-FFF2-40B4-BE49-F238E27FC236}">
                <a16:creationId xmlns:a16="http://schemas.microsoft.com/office/drawing/2014/main" id="{8C2F75C5-BD44-0016-066C-C47E2A333C33}"/>
              </a:ext>
            </a:extLst>
          </p:cNvPr>
          <p:cNvSpPr/>
          <p:nvPr/>
        </p:nvSpPr>
        <p:spPr>
          <a:xfrm>
            <a:off x="13114017" y="2144015"/>
            <a:ext cx="2889652" cy="59321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== NULL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2" name="순서도: 판단 71">
            <a:extLst>
              <a:ext uri="{FF2B5EF4-FFF2-40B4-BE49-F238E27FC236}">
                <a16:creationId xmlns:a16="http://schemas.microsoft.com/office/drawing/2014/main" id="{B65AE53E-BCD9-DAE0-D0A0-CD38567F324C}"/>
              </a:ext>
            </a:extLst>
          </p:cNvPr>
          <p:cNvSpPr/>
          <p:nvPr/>
        </p:nvSpPr>
        <p:spPr>
          <a:xfrm>
            <a:off x="13048699" y="2893206"/>
            <a:ext cx="3016131" cy="59321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== NULL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3" name="순서도: 처리 72">
            <a:extLst>
              <a:ext uri="{FF2B5EF4-FFF2-40B4-BE49-F238E27FC236}">
                <a16:creationId xmlns:a16="http://schemas.microsoft.com/office/drawing/2014/main" id="{A348A49B-4765-9436-B2B4-CF5B92A4EE1B}"/>
              </a:ext>
            </a:extLst>
          </p:cNvPr>
          <p:cNvSpPr/>
          <p:nvPr/>
        </p:nvSpPr>
        <p:spPr>
          <a:xfrm>
            <a:off x="13229170" y="2125348"/>
            <a:ext cx="3381307" cy="6180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Insert num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(num,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74" name="순서도: 처리 73">
            <a:extLst>
              <a:ext uri="{FF2B5EF4-FFF2-40B4-BE49-F238E27FC236}">
                <a16:creationId xmlns:a16="http://schemas.microsoft.com/office/drawing/2014/main" id="{3D83B5E2-483F-83BC-8241-C69AAB17DAB5}"/>
              </a:ext>
            </a:extLst>
          </p:cNvPr>
          <p:cNvSpPr/>
          <p:nvPr/>
        </p:nvSpPr>
        <p:spPr>
          <a:xfrm>
            <a:off x="13218530" y="2875935"/>
            <a:ext cx="3468925" cy="6180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Insert num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(num,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75" name="순서도: 종속 처리 74">
            <a:extLst>
              <a:ext uri="{FF2B5EF4-FFF2-40B4-BE49-F238E27FC236}">
                <a16:creationId xmlns:a16="http://schemas.microsoft.com/office/drawing/2014/main" id="{05DC7A6B-63BB-AAB9-D08F-52BE355CD09A}"/>
              </a:ext>
            </a:extLst>
          </p:cNvPr>
          <p:cNvSpPr/>
          <p:nvPr/>
        </p:nvSpPr>
        <p:spPr>
          <a:xfrm>
            <a:off x="13396107" y="3686904"/>
            <a:ext cx="2323503" cy="26005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push(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&amp;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lastq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76" name="순서도: 처리 75">
            <a:extLst>
              <a:ext uri="{FF2B5EF4-FFF2-40B4-BE49-F238E27FC236}">
                <a16:creationId xmlns:a16="http://schemas.microsoft.com/office/drawing/2014/main" id="{2C086199-4284-40BD-1C02-EA3D924F8F90}"/>
              </a:ext>
            </a:extLst>
          </p:cNvPr>
          <p:cNvSpPr/>
          <p:nvPr/>
        </p:nvSpPr>
        <p:spPr>
          <a:xfrm>
            <a:off x="13806334" y="4059157"/>
            <a:ext cx="1500859" cy="38967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-&gt;next;</a:t>
            </a:r>
          </a:p>
          <a:p>
            <a:pPr algn="ctr"/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continue;</a:t>
            </a:r>
            <a:endParaRPr lang="ko-KR" altLang="en-US" sz="12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78" name="순서도: 처리 77">
            <a:extLst>
              <a:ext uri="{FF2B5EF4-FFF2-40B4-BE49-F238E27FC236}">
                <a16:creationId xmlns:a16="http://schemas.microsoft.com/office/drawing/2014/main" id="{C110D704-237E-E67E-AA89-C20D366E49D9}"/>
              </a:ext>
            </a:extLst>
          </p:cNvPr>
          <p:cNvSpPr/>
          <p:nvPr/>
        </p:nvSpPr>
        <p:spPr>
          <a:xfrm>
            <a:off x="13043273" y="4059157"/>
            <a:ext cx="3594525" cy="52205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curnode’s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parent exists &amp;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key is greater than parent’s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79" name="순서도: 처리 78">
            <a:extLst>
              <a:ext uri="{FF2B5EF4-FFF2-40B4-BE49-F238E27FC236}">
                <a16:creationId xmlns:a16="http://schemas.microsoft.com/office/drawing/2014/main" id="{292CED54-EBA2-FC53-80A8-41334A4F6CAF}"/>
              </a:ext>
            </a:extLst>
          </p:cNvPr>
          <p:cNvSpPr/>
          <p:nvPr/>
        </p:nvSpPr>
        <p:spPr>
          <a:xfrm>
            <a:off x="13047471" y="4568629"/>
            <a:ext cx="3594525" cy="72859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swap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&amp; parent node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81" name="순서도: 처리 80">
            <a:extLst>
              <a:ext uri="{FF2B5EF4-FFF2-40B4-BE49-F238E27FC236}">
                <a16:creationId xmlns:a16="http://schemas.microsoft.com/office/drawing/2014/main" id="{B957620A-149D-EBB4-123C-92679F3CA2BC}"/>
              </a:ext>
            </a:extLst>
          </p:cNvPr>
          <p:cNvSpPr/>
          <p:nvPr/>
        </p:nvSpPr>
        <p:spPr>
          <a:xfrm>
            <a:off x="17494916" y="5426363"/>
            <a:ext cx="672004" cy="38967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break;</a:t>
            </a:r>
            <a:endParaRPr lang="ko-KR" altLang="en-US" sz="12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FD7EFBA4-7968-3E48-61F2-B146F73A592E}"/>
              </a:ext>
            </a:extLst>
          </p:cNvPr>
          <p:cNvCxnSpPr>
            <a:stCxn id="55" idx="2"/>
            <a:endCxn id="62" idx="0"/>
          </p:cNvCxnSpPr>
          <p:nvPr/>
        </p:nvCxnSpPr>
        <p:spPr>
          <a:xfrm flipH="1">
            <a:off x="14728533" y="1065846"/>
            <a:ext cx="32826" cy="74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5A5F105F-6777-9EB4-1FC9-4A8D434ED41A}"/>
              </a:ext>
            </a:extLst>
          </p:cNvPr>
          <p:cNvCxnSpPr>
            <a:stCxn id="62" idx="3"/>
            <a:endCxn id="64" idx="1"/>
          </p:cNvCxnSpPr>
          <p:nvPr/>
        </p:nvCxnSpPr>
        <p:spPr>
          <a:xfrm flipV="1">
            <a:off x="15535791" y="1434086"/>
            <a:ext cx="169338" cy="3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3DBA2F3C-ADBD-07C8-3451-4F51A833FA91}"/>
              </a:ext>
            </a:extLst>
          </p:cNvPr>
          <p:cNvCxnSpPr>
            <a:stCxn id="64" idx="3"/>
            <a:endCxn id="68" idx="1"/>
          </p:cNvCxnSpPr>
          <p:nvPr/>
        </p:nvCxnSpPr>
        <p:spPr>
          <a:xfrm flipV="1">
            <a:off x="17205988" y="1434085"/>
            <a:ext cx="16933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BE86042C-DAA2-6A28-BC3A-A3DDE4261291}"/>
              </a:ext>
            </a:extLst>
          </p:cNvPr>
          <p:cNvCxnSpPr>
            <a:stCxn id="62" idx="2"/>
          </p:cNvCxnSpPr>
          <p:nvPr/>
        </p:nvCxnSpPr>
        <p:spPr>
          <a:xfrm>
            <a:off x="14728533" y="1733996"/>
            <a:ext cx="16413" cy="99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CA030A15-802E-8C49-B40C-37F7CC6A438B}"/>
              </a:ext>
            </a:extLst>
          </p:cNvPr>
          <p:cNvCxnSpPr>
            <a:cxnSpLocks/>
            <a:stCxn id="71" idx="3"/>
          </p:cNvCxnSpPr>
          <p:nvPr/>
        </p:nvCxnSpPr>
        <p:spPr>
          <a:xfrm>
            <a:off x="16003669" y="2440624"/>
            <a:ext cx="215884" cy="3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8387D0E7-1D17-B28E-AAD0-9572522000C8}"/>
              </a:ext>
            </a:extLst>
          </p:cNvPr>
          <p:cNvCxnSpPr>
            <a:stCxn id="71" idx="2"/>
            <a:endCxn id="72" idx="0"/>
          </p:cNvCxnSpPr>
          <p:nvPr/>
        </p:nvCxnSpPr>
        <p:spPr>
          <a:xfrm flipH="1">
            <a:off x="14556765" y="2737233"/>
            <a:ext cx="2078" cy="155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BC09DE42-264C-3461-F209-DF8EE0631371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16064830" y="3189815"/>
            <a:ext cx="144083" cy="4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B645A723-329B-1375-B505-D99429A8B5AD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14556765" y="3486424"/>
            <a:ext cx="1094" cy="200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98F6F3C9-1C0D-D5A8-D056-9860472F9D10}"/>
              </a:ext>
            </a:extLst>
          </p:cNvPr>
          <p:cNvCxnSpPr>
            <a:stCxn id="75" idx="2"/>
            <a:endCxn id="76" idx="0"/>
          </p:cNvCxnSpPr>
          <p:nvPr/>
        </p:nvCxnSpPr>
        <p:spPr>
          <a:xfrm flipH="1">
            <a:off x="14556764" y="3946958"/>
            <a:ext cx="1095" cy="112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3E1E4E2C-1604-478D-5D52-2CF5D24558A0}"/>
              </a:ext>
            </a:extLst>
          </p:cNvPr>
          <p:cNvCxnSpPr>
            <a:cxnSpLocks/>
            <a:endCxn id="81" idx="0"/>
          </p:cNvCxnSpPr>
          <p:nvPr/>
        </p:nvCxnSpPr>
        <p:spPr>
          <a:xfrm flipH="1">
            <a:off x="17830918" y="5306564"/>
            <a:ext cx="4199" cy="119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8449135F-6708-A2C5-244E-B3226C99E863}"/>
              </a:ext>
            </a:extLst>
          </p:cNvPr>
          <p:cNvCxnSpPr>
            <a:stCxn id="73" idx="3"/>
          </p:cNvCxnSpPr>
          <p:nvPr/>
        </p:nvCxnSpPr>
        <p:spPr>
          <a:xfrm flipH="1">
            <a:off x="14840535" y="2434377"/>
            <a:ext cx="1769942" cy="1363886"/>
          </a:xfrm>
          <a:prstGeom prst="bentConnector3">
            <a:avLst>
              <a:gd name="adj1" fmla="val -129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D4BD5DC1-5AD9-C248-ED9D-E9F8DE2CD246}"/>
              </a:ext>
            </a:extLst>
          </p:cNvPr>
          <p:cNvCxnSpPr>
            <a:stCxn id="74" idx="3"/>
          </p:cNvCxnSpPr>
          <p:nvPr/>
        </p:nvCxnSpPr>
        <p:spPr>
          <a:xfrm flipH="1">
            <a:off x="14840535" y="3184964"/>
            <a:ext cx="1846920" cy="586423"/>
          </a:xfrm>
          <a:prstGeom prst="bentConnector3">
            <a:avLst>
              <a:gd name="adj1" fmla="val -1237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1E748F7D-C526-9449-BB60-AEFD566C9D80}"/>
              </a:ext>
            </a:extLst>
          </p:cNvPr>
          <p:cNvCxnSpPr>
            <a:cxnSpLocks/>
          </p:cNvCxnSpPr>
          <p:nvPr/>
        </p:nvCxnSpPr>
        <p:spPr>
          <a:xfrm flipH="1">
            <a:off x="17830919" y="3816931"/>
            <a:ext cx="79287" cy="251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2E38D5B-5527-6C93-21B7-3D42A0DC9347}"/>
              </a:ext>
            </a:extLst>
          </p:cNvPr>
          <p:cNvSpPr txBox="1"/>
          <p:nvPr/>
        </p:nvSpPr>
        <p:spPr>
          <a:xfrm>
            <a:off x="1120110" y="41171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8F01097-4AC1-42A7-BFD6-12DEF050F3E0}"/>
              </a:ext>
            </a:extLst>
          </p:cNvPr>
          <p:cNvSpPr txBox="1"/>
          <p:nvPr/>
        </p:nvSpPr>
        <p:spPr>
          <a:xfrm>
            <a:off x="15226083" y="113136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5D86FA2-DADA-2603-AF0E-580F37628CC5}"/>
              </a:ext>
            </a:extLst>
          </p:cNvPr>
          <p:cNvSpPr txBox="1"/>
          <p:nvPr/>
        </p:nvSpPr>
        <p:spPr>
          <a:xfrm>
            <a:off x="15722302" y="212508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491FB48-8ADE-6186-DA14-A7E3C4E22FF0}"/>
              </a:ext>
            </a:extLst>
          </p:cNvPr>
          <p:cNvSpPr txBox="1"/>
          <p:nvPr/>
        </p:nvSpPr>
        <p:spPr>
          <a:xfrm>
            <a:off x="15726900" y="2863589"/>
            <a:ext cx="497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CF35271-0D3F-2985-F5E5-C5F507C0C952}"/>
              </a:ext>
            </a:extLst>
          </p:cNvPr>
          <p:cNvSpPr txBox="1"/>
          <p:nvPr/>
        </p:nvSpPr>
        <p:spPr>
          <a:xfrm>
            <a:off x="13246757" y="638840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8817726-B4B9-9C67-9097-D7D46A70FAA8}"/>
              </a:ext>
            </a:extLst>
          </p:cNvPr>
          <p:cNvSpPr txBox="1"/>
          <p:nvPr/>
        </p:nvSpPr>
        <p:spPr>
          <a:xfrm>
            <a:off x="14177162" y="1579524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894B5A8-E7C4-A5D5-A014-49EED6ED1B0C}"/>
              </a:ext>
            </a:extLst>
          </p:cNvPr>
          <p:cNvSpPr txBox="1"/>
          <p:nvPr/>
        </p:nvSpPr>
        <p:spPr>
          <a:xfrm>
            <a:off x="14012806" y="262681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E6AC06A-E036-D22E-5E9F-5F8A8D317037}"/>
              </a:ext>
            </a:extLst>
          </p:cNvPr>
          <p:cNvSpPr txBox="1"/>
          <p:nvPr/>
        </p:nvSpPr>
        <p:spPr>
          <a:xfrm>
            <a:off x="14004084" y="3367138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44" name="순서도: 처리 43">
            <a:extLst>
              <a:ext uri="{FF2B5EF4-FFF2-40B4-BE49-F238E27FC236}">
                <a16:creationId xmlns:a16="http://schemas.microsoft.com/office/drawing/2014/main" id="{0DB2C732-E3CC-7D04-F023-6E3A37F3D21B}"/>
              </a:ext>
            </a:extLst>
          </p:cNvPr>
          <p:cNvSpPr/>
          <p:nvPr/>
        </p:nvSpPr>
        <p:spPr>
          <a:xfrm>
            <a:off x="4666040" y="91297"/>
            <a:ext cx="2617962" cy="2624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!= NULL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6" name="순서도: 처리 45">
            <a:extLst>
              <a:ext uri="{FF2B5EF4-FFF2-40B4-BE49-F238E27FC236}">
                <a16:creationId xmlns:a16="http://schemas.microsoft.com/office/drawing/2014/main" id="{1A597C66-04C1-AD87-4584-EDAF89C6A167}"/>
              </a:ext>
            </a:extLst>
          </p:cNvPr>
          <p:cNvSpPr/>
          <p:nvPr/>
        </p:nvSpPr>
        <p:spPr>
          <a:xfrm>
            <a:off x="4666040" y="349724"/>
            <a:ext cx="2617962" cy="13297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245CB28A-23B6-6EBE-C0A6-44178D1F0F48}"/>
              </a:ext>
            </a:extLst>
          </p:cNvPr>
          <p:cNvSpPr/>
          <p:nvPr/>
        </p:nvSpPr>
        <p:spPr>
          <a:xfrm>
            <a:off x="4766880" y="444484"/>
            <a:ext cx="1638201" cy="2251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-&gt;data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9" name="순서도: 종속 처리 48">
            <a:extLst>
              <a:ext uri="{FF2B5EF4-FFF2-40B4-BE49-F238E27FC236}">
                <a16:creationId xmlns:a16="http://schemas.microsoft.com/office/drawing/2014/main" id="{52CEB727-68F2-6AE5-8A4D-03071676C4D8}"/>
              </a:ext>
            </a:extLst>
          </p:cNvPr>
          <p:cNvSpPr/>
          <p:nvPr/>
        </p:nvSpPr>
        <p:spPr>
          <a:xfrm>
            <a:off x="4766880" y="743797"/>
            <a:ext cx="2115007" cy="225161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push(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curnode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&amp;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lastq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1" name="순서도: 처리 60">
            <a:extLst>
              <a:ext uri="{FF2B5EF4-FFF2-40B4-BE49-F238E27FC236}">
                <a16:creationId xmlns:a16="http://schemas.microsoft.com/office/drawing/2014/main" id="{4CF1B4CD-7C93-1AB4-4AA7-F353A8F30AEA}"/>
              </a:ext>
            </a:extLst>
          </p:cNvPr>
          <p:cNvSpPr/>
          <p:nvPr/>
        </p:nvSpPr>
        <p:spPr>
          <a:xfrm>
            <a:off x="4766878" y="1029631"/>
            <a:ext cx="1638201" cy="2251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prevq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3" name="순서도: 처리 62">
            <a:extLst>
              <a:ext uri="{FF2B5EF4-FFF2-40B4-BE49-F238E27FC236}">
                <a16:creationId xmlns:a16="http://schemas.microsoft.com/office/drawing/2014/main" id="{AF3CD76B-B217-992A-4962-B355555EC0F8}"/>
              </a:ext>
            </a:extLst>
          </p:cNvPr>
          <p:cNvSpPr/>
          <p:nvPr/>
        </p:nvSpPr>
        <p:spPr>
          <a:xfrm>
            <a:off x="4766879" y="1333932"/>
            <a:ext cx="1638201" cy="2251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-&gt;next;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5" name="순서도: 처리 64">
            <a:extLst>
              <a:ext uri="{FF2B5EF4-FFF2-40B4-BE49-F238E27FC236}">
                <a16:creationId xmlns:a16="http://schemas.microsoft.com/office/drawing/2014/main" id="{DCDA0708-D78E-2EBD-1BB8-D14579697BDC}"/>
              </a:ext>
            </a:extLst>
          </p:cNvPr>
          <p:cNvSpPr/>
          <p:nvPr/>
        </p:nvSpPr>
        <p:spPr>
          <a:xfrm>
            <a:off x="7675115" y="77809"/>
            <a:ext cx="1737245" cy="26241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prevq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-&gt;data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9" name="순서도: 처리 68">
            <a:extLst>
              <a:ext uri="{FF2B5EF4-FFF2-40B4-BE49-F238E27FC236}">
                <a16:creationId xmlns:a16="http://schemas.microsoft.com/office/drawing/2014/main" id="{433C67AB-6CC8-0B2B-B687-D5B72CE95A0C}"/>
              </a:ext>
            </a:extLst>
          </p:cNvPr>
          <p:cNvSpPr/>
          <p:nvPr/>
        </p:nvSpPr>
        <p:spPr>
          <a:xfrm>
            <a:off x="7839189" y="423048"/>
            <a:ext cx="1407999" cy="4333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Delete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(q-&gt;data-&gt;key)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7" name="순서도: 종속 처리 76">
            <a:extLst>
              <a:ext uri="{FF2B5EF4-FFF2-40B4-BE49-F238E27FC236}">
                <a16:creationId xmlns:a16="http://schemas.microsoft.com/office/drawing/2014/main" id="{F06C1528-889B-676B-6EEB-CFE2F035D6F3}"/>
              </a:ext>
            </a:extLst>
          </p:cNvPr>
          <p:cNvSpPr/>
          <p:nvPr/>
        </p:nvSpPr>
        <p:spPr>
          <a:xfrm>
            <a:off x="8039938" y="943928"/>
            <a:ext cx="1006499" cy="225161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freeq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(&amp;q)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80" name="순서도: 판단 79">
            <a:extLst>
              <a:ext uri="{FF2B5EF4-FFF2-40B4-BE49-F238E27FC236}">
                <a16:creationId xmlns:a16="http://schemas.microsoft.com/office/drawing/2014/main" id="{12069811-68D4-C0B4-40E5-9C100BB8C9AB}"/>
              </a:ext>
            </a:extLst>
          </p:cNvPr>
          <p:cNvSpPr/>
          <p:nvPr/>
        </p:nvSpPr>
        <p:spPr>
          <a:xfrm>
            <a:off x="7791999" y="1220038"/>
            <a:ext cx="1502376" cy="748721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-&gt;parent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==NULL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4" name="순서도: 처리 83">
            <a:extLst>
              <a:ext uri="{FF2B5EF4-FFF2-40B4-BE49-F238E27FC236}">
                <a16:creationId xmlns:a16="http://schemas.microsoft.com/office/drawing/2014/main" id="{1636D14E-5467-B553-BA8E-774648E27916}"/>
              </a:ext>
            </a:extLst>
          </p:cNvPr>
          <p:cNvSpPr/>
          <p:nvPr/>
        </p:nvSpPr>
        <p:spPr>
          <a:xfrm>
            <a:off x="9604083" y="1254792"/>
            <a:ext cx="1407999" cy="64999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free(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*node = NULL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*node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6" name="순서도: 처리 85">
            <a:extLst>
              <a:ext uri="{FF2B5EF4-FFF2-40B4-BE49-F238E27FC236}">
                <a16:creationId xmlns:a16="http://schemas.microsoft.com/office/drawing/2014/main" id="{9381F458-13B9-E2F0-A115-9741186CFF33}"/>
              </a:ext>
            </a:extLst>
          </p:cNvPr>
          <p:cNvSpPr/>
          <p:nvPr/>
        </p:nvSpPr>
        <p:spPr>
          <a:xfrm>
            <a:off x="1920392" y="2301474"/>
            <a:ext cx="2218869" cy="4333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(*node)-&gt;key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-&gt;parent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8" name="순서도: 판단 87">
            <a:extLst>
              <a:ext uri="{FF2B5EF4-FFF2-40B4-BE49-F238E27FC236}">
                <a16:creationId xmlns:a16="http://schemas.microsoft.com/office/drawing/2014/main" id="{C5085D27-3B67-B871-5F0C-FB6886FA0FB0}"/>
              </a:ext>
            </a:extLst>
          </p:cNvPr>
          <p:cNvSpPr/>
          <p:nvPr/>
        </p:nvSpPr>
        <p:spPr>
          <a:xfrm>
            <a:off x="4375707" y="2164978"/>
            <a:ext cx="2691221" cy="748721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0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sz="105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endParaRPr lang="en-US" altLang="ko-KR" sz="105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0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!= NULL</a:t>
            </a:r>
            <a:endParaRPr lang="ko-KR" altLang="en-US" sz="105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0" name="순서도: 처리 89">
            <a:extLst>
              <a:ext uri="{FF2B5EF4-FFF2-40B4-BE49-F238E27FC236}">
                <a16:creationId xmlns:a16="http://schemas.microsoft.com/office/drawing/2014/main" id="{C24B7289-854D-A691-8FDC-A23F7DD25BA9}"/>
              </a:ext>
            </a:extLst>
          </p:cNvPr>
          <p:cNvSpPr/>
          <p:nvPr/>
        </p:nvSpPr>
        <p:spPr>
          <a:xfrm>
            <a:off x="7160111" y="2062306"/>
            <a:ext cx="2218869" cy="4333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free(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NULL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2" name="순서도: 처리 91">
            <a:extLst>
              <a:ext uri="{FF2B5EF4-FFF2-40B4-BE49-F238E27FC236}">
                <a16:creationId xmlns:a16="http://schemas.microsoft.com/office/drawing/2014/main" id="{93CDA68E-0D4D-9156-F660-07E2C79FF3D3}"/>
              </a:ext>
            </a:extLst>
          </p:cNvPr>
          <p:cNvSpPr/>
          <p:nvPr/>
        </p:nvSpPr>
        <p:spPr>
          <a:xfrm>
            <a:off x="7160110" y="2579397"/>
            <a:ext cx="2218869" cy="4333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free(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curnode-leftChild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NULL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4" name="순서도: 처리 93">
            <a:extLst>
              <a:ext uri="{FF2B5EF4-FFF2-40B4-BE49-F238E27FC236}">
                <a16:creationId xmlns:a16="http://schemas.microsoft.com/office/drawing/2014/main" id="{08456E7C-B482-4DD5-A4FE-F30747E32A76}"/>
              </a:ext>
            </a:extLst>
          </p:cNvPr>
          <p:cNvSpPr/>
          <p:nvPr/>
        </p:nvSpPr>
        <p:spPr>
          <a:xfrm>
            <a:off x="1792874" y="3338016"/>
            <a:ext cx="1407999" cy="4333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*node;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x,y,z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6" name="순서도: 처리 95">
            <a:extLst>
              <a:ext uri="{FF2B5EF4-FFF2-40B4-BE49-F238E27FC236}">
                <a16:creationId xmlns:a16="http://schemas.microsoft.com/office/drawing/2014/main" id="{F4AB3098-C707-A9A3-0528-F75B4A773B69}"/>
              </a:ext>
            </a:extLst>
          </p:cNvPr>
          <p:cNvSpPr/>
          <p:nvPr/>
        </p:nvSpPr>
        <p:spPr>
          <a:xfrm>
            <a:off x="3680393" y="3210999"/>
            <a:ext cx="7578180" cy="2624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98" name="순서도: 처리 97">
            <a:extLst>
              <a:ext uri="{FF2B5EF4-FFF2-40B4-BE49-F238E27FC236}">
                <a16:creationId xmlns:a16="http://schemas.microsoft.com/office/drawing/2014/main" id="{60D6E1F4-5F61-9FDF-7BA5-0D242E11C37B}"/>
              </a:ext>
            </a:extLst>
          </p:cNvPr>
          <p:cNvSpPr/>
          <p:nvPr/>
        </p:nvSpPr>
        <p:spPr>
          <a:xfrm>
            <a:off x="3677211" y="3475331"/>
            <a:ext cx="7581362" cy="247568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00" name="순서도: 판단 99">
            <a:extLst>
              <a:ext uri="{FF2B5EF4-FFF2-40B4-BE49-F238E27FC236}">
                <a16:creationId xmlns:a16="http://schemas.microsoft.com/office/drawing/2014/main" id="{BDD6A188-6DBF-4D29-C91A-6683FD61AF2C}"/>
              </a:ext>
            </a:extLst>
          </p:cNvPr>
          <p:cNvSpPr/>
          <p:nvPr/>
        </p:nvSpPr>
        <p:spPr>
          <a:xfrm>
            <a:off x="3766314" y="3569265"/>
            <a:ext cx="2638765" cy="38459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0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sz="105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endParaRPr lang="en-US" altLang="ko-KR" sz="105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0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== NULL</a:t>
            </a:r>
            <a:endParaRPr lang="ko-KR" altLang="en-US" sz="105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2" name="순서도: 처리 101">
            <a:extLst>
              <a:ext uri="{FF2B5EF4-FFF2-40B4-BE49-F238E27FC236}">
                <a16:creationId xmlns:a16="http://schemas.microsoft.com/office/drawing/2014/main" id="{9B6DEE06-AA5E-86D2-AC4C-EBB2881A91E2}"/>
              </a:ext>
            </a:extLst>
          </p:cNvPr>
          <p:cNvSpPr/>
          <p:nvPr/>
        </p:nvSpPr>
        <p:spPr>
          <a:xfrm>
            <a:off x="6559453" y="3629063"/>
            <a:ext cx="1407999" cy="22434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break</a:t>
            </a:r>
            <a:endParaRPr lang="ko-KR" altLang="en-US" sz="12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04" name="순서도: 판단 103">
            <a:extLst>
              <a:ext uri="{FF2B5EF4-FFF2-40B4-BE49-F238E27FC236}">
                <a16:creationId xmlns:a16="http://schemas.microsoft.com/office/drawing/2014/main" id="{5B10B020-64CA-2E43-9C54-EE05514AF248}"/>
              </a:ext>
            </a:extLst>
          </p:cNvPr>
          <p:cNvSpPr/>
          <p:nvPr/>
        </p:nvSpPr>
        <p:spPr>
          <a:xfrm>
            <a:off x="3673014" y="4057727"/>
            <a:ext cx="2732006" cy="38459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0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sz="105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endParaRPr lang="en-US" altLang="ko-KR" sz="105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0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== NULL</a:t>
            </a:r>
            <a:endParaRPr lang="ko-KR" altLang="en-US" sz="105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6" name="순서도: 처리 105">
            <a:extLst>
              <a:ext uri="{FF2B5EF4-FFF2-40B4-BE49-F238E27FC236}">
                <a16:creationId xmlns:a16="http://schemas.microsoft.com/office/drawing/2014/main" id="{222E2936-8B99-BBDC-8021-CA1A8B86E449}"/>
              </a:ext>
            </a:extLst>
          </p:cNvPr>
          <p:cNvSpPr/>
          <p:nvPr/>
        </p:nvSpPr>
        <p:spPr>
          <a:xfrm>
            <a:off x="6536937" y="3996689"/>
            <a:ext cx="1407999" cy="58143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x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y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8" name="순서도: 판단 107">
            <a:extLst>
              <a:ext uri="{FF2B5EF4-FFF2-40B4-BE49-F238E27FC236}">
                <a16:creationId xmlns:a16="http://schemas.microsoft.com/office/drawing/2014/main" id="{BCFB0310-F391-E1E0-311F-EF8D4B304626}"/>
              </a:ext>
            </a:extLst>
          </p:cNvPr>
          <p:cNvSpPr/>
          <p:nvPr/>
        </p:nvSpPr>
        <p:spPr>
          <a:xfrm>
            <a:off x="8018151" y="4106046"/>
            <a:ext cx="938527" cy="38459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x &lt; y</a:t>
            </a:r>
            <a:endParaRPr lang="ko-KR" altLang="en-US" sz="105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0" name="순서도: 처리 109">
            <a:extLst>
              <a:ext uri="{FF2B5EF4-FFF2-40B4-BE49-F238E27FC236}">
                <a16:creationId xmlns:a16="http://schemas.microsoft.com/office/drawing/2014/main" id="{950B09FE-9D60-59D7-EEC5-4365A3685435}"/>
              </a:ext>
            </a:extLst>
          </p:cNvPr>
          <p:cNvSpPr/>
          <p:nvPr/>
        </p:nvSpPr>
        <p:spPr>
          <a:xfrm>
            <a:off x="9167041" y="3734681"/>
            <a:ext cx="1499866" cy="4965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swap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2" name="순서도: 처리 111">
            <a:extLst>
              <a:ext uri="{FF2B5EF4-FFF2-40B4-BE49-F238E27FC236}">
                <a16:creationId xmlns:a16="http://schemas.microsoft.com/office/drawing/2014/main" id="{FF7701C1-F35A-E114-A827-D0724CC0EB8F}"/>
              </a:ext>
            </a:extLst>
          </p:cNvPr>
          <p:cNvSpPr/>
          <p:nvPr/>
        </p:nvSpPr>
        <p:spPr>
          <a:xfrm>
            <a:off x="9211690" y="4407118"/>
            <a:ext cx="1407999" cy="22434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break</a:t>
            </a:r>
            <a:endParaRPr lang="ko-KR" altLang="en-US" sz="12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13" name="순서도: 처리 112">
            <a:extLst>
              <a:ext uri="{FF2B5EF4-FFF2-40B4-BE49-F238E27FC236}">
                <a16:creationId xmlns:a16="http://schemas.microsoft.com/office/drawing/2014/main" id="{510D8119-DF81-F625-3C2E-ADD066AEACF2}"/>
              </a:ext>
            </a:extLst>
          </p:cNvPr>
          <p:cNvSpPr/>
          <p:nvPr/>
        </p:nvSpPr>
        <p:spPr>
          <a:xfrm>
            <a:off x="4340477" y="4860997"/>
            <a:ext cx="1407999" cy="90827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x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y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z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순서도: 판단 113">
                <a:extLst>
                  <a:ext uri="{FF2B5EF4-FFF2-40B4-BE49-F238E27FC236}">
                    <a16:creationId xmlns:a16="http://schemas.microsoft.com/office/drawing/2014/main" id="{B74D938A-F1FB-7A89-C6F4-34772D1C6D60}"/>
                  </a:ext>
                </a:extLst>
              </p:cNvPr>
              <p:cNvSpPr/>
              <p:nvPr/>
            </p:nvSpPr>
            <p:spPr>
              <a:xfrm>
                <a:off x="6070429" y="4850738"/>
                <a:ext cx="1165686" cy="384598"/>
              </a:xfrm>
              <a:prstGeom prst="flowChartDecis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x </a:t>
                </a:r>
                <a14:m>
                  <m:oMath xmlns:m="http://schemas.openxmlformats.org/officeDocument/2006/math">
                    <m:r>
                      <a:rPr lang="en-US" altLang="ko-KR" sz="1050" i="1" dirty="0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ko-KR" sz="105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 y </a:t>
                </a:r>
              </a:p>
              <a:p>
                <a:pPr algn="ctr"/>
                <a:r>
                  <a:rPr lang="en-US" altLang="ko-KR" sz="105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&amp; x </a:t>
                </a:r>
                <a14:m>
                  <m:oMath xmlns:m="http://schemas.openxmlformats.org/officeDocument/2006/math">
                    <m:r>
                      <a:rPr lang="en-US" altLang="ko-KR" sz="1050" i="1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ko-KR" sz="105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 z </a:t>
                </a:r>
                <a:endParaRPr lang="ko-KR" altLang="en-US" sz="105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14" name="순서도: 판단 113">
                <a:extLst>
                  <a:ext uri="{FF2B5EF4-FFF2-40B4-BE49-F238E27FC236}">
                    <a16:creationId xmlns:a16="http://schemas.microsoft.com/office/drawing/2014/main" id="{B74D938A-F1FB-7A89-C6F4-34772D1C6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429" y="4850738"/>
                <a:ext cx="1165686" cy="384598"/>
              </a:xfrm>
              <a:prstGeom prst="flowChartDecision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순서도: 판단 115">
                <a:extLst>
                  <a:ext uri="{FF2B5EF4-FFF2-40B4-BE49-F238E27FC236}">
                    <a16:creationId xmlns:a16="http://schemas.microsoft.com/office/drawing/2014/main" id="{DC6F3C01-CBB2-53AA-2269-F007A95581AA}"/>
                  </a:ext>
                </a:extLst>
              </p:cNvPr>
              <p:cNvSpPr/>
              <p:nvPr/>
            </p:nvSpPr>
            <p:spPr>
              <a:xfrm>
                <a:off x="7628550" y="4863002"/>
                <a:ext cx="1165686" cy="384598"/>
              </a:xfrm>
              <a:prstGeom prst="flowChartDecis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x &lt; y</a:t>
                </a:r>
              </a:p>
              <a:p>
                <a:pPr algn="ctr"/>
                <a:r>
                  <a:rPr lang="en-US" altLang="ko-KR" sz="105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&amp; z </a:t>
                </a:r>
                <a14:m>
                  <m:oMath xmlns:m="http://schemas.openxmlformats.org/officeDocument/2006/math">
                    <m:r>
                      <a:rPr lang="en-US" altLang="ko-KR" sz="1050" i="1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ko-KR" altLang="en-US" sz="105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 </a:t>
                </a:r>
                <a:r>
                  <a:rPr lang="en-US" altLang="ko-KR" sz="1050" dirty="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y</a:t>
                </a:r>
                <a:endParaRPr lang="ko-KR" altLang="en-US" sz="105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16" name="순서도: 판단 115">
                <a:extLst>
                  <a:ext uri="{FF2B5EF4-FFF2-40B4-BE49-F238E27FC236}">
                    <a16:creationId xmlns:a16="http://schemas.microsoft.com/office/drawing/2014/main" id="{DC6F3C01-CBB2-53AA-2269-F007A95581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550" y="4863002"/>
                <a:ext cx="1165686" cy="384598"/>
              </a:xfrm>
              <a:prstGeom prst="flowChartDecision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순서도: 처리 117">
            <a:extLst>
              <a:ext uri="{FF2B5EF4-FFF2-40B4-BE49-F238E27FC236}">
                <a16:creationId xmlns:a16="http://schemas.microsoft.com/office/drawing/2014/main" id="{0CFFA918-1F90-C8B1-F8B2-180486D8ED13}"/>
              </a:ext>
            </a:extLst>
          </p:cNvPr>
          <p:cNvSpPr/>
          <p:nvPr/>
        </p:nvSpPr>
        <p:spPr>
          <a:xfrm>
            <a:off x="7467710" y="5396711"/>
            <a:ext cx="1499866" cy="4965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swap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0" name="순서도: 처리 119">
            <a:extLst>
              <a:ext uri="{FF2B5EF4-FFF2-40B4-BE49-F238E27FC236}">
                <a16:creationId xmlns:a16="http://schemas.microsoft.com/office/drawing/2014/main" id="{E1ECE74C-C6B8-FEDB-AF7C-CDCC6B05BBEF}"/>
              </a:ext>
            </a:extLst>
          </p:cNvPr>
          <p:cNvSpPr/>
          <p:nvPr/>
        </p:nvSpPr>
        <p:spPr>
          <a:xfrm>
            <a:off x="9103285" y="4794765"/>
            <a:ext cx="1499866" cy="4965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swap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2" name="순서도: 처리 121">
            <a:extLst>
              <a:ext uri="{FF2B5EF4-FFF2-40B4-BE49-F238E27FC236}">
                <a16:creationId xmlns:a16="http://schemas.microsoft.com/office/drawing/2014/main" id="{029C9457-D646-BA4D-44EA-981612AA0E3E}"/>
              </a:ext>
            </a:extLst>
          </p:cNvPr>
          <p:cNvSpPr/>
          <p:nvPr/>
        </p:nvSpPr>
        <p:spPr>
          <a:xfrm>
            <a:off x="5958452" y="5495155"/>
            <a:ext cx="1407999" cy="22434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break</a:t>
            </a:r>
            <a:endParaRPr lang="ko-KR" altLang="en-US" sz="12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27" name="순서도: 처리 126">
            <a:extLst>
              <a:ext uri="{FF2B5EF4-FFF2-40B4-BE49-F238E27FC236}">
                <a16:creationId xmlns:a16="http://schemas.microsoft.com/office/drawing/2014/main" id="{D9261A86-A2C9-ED05-D3DD-46628CB0DC8E}"/>
              </a:ext>
            </a:extLst>
          </p:cNvPr>
          <p:cNvSpPr/>
          <p:nvPr/>
        </p:nvSpPr>
        <p:spPr>
          <a:xfrm>
            <a:off x="149026" y="1516747"/>
            <a:ext cx="1407999" cy="4333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heap is empty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2" name="순서도: 처리 131">
            <a:extLst>
              <a:ext uri="{FF2B5EF4-FFF2-40B4-BE49-F238E27FC236}">
                <a16:creationId xmlns:a16="http://schemas.microsoft.com/office/drawing/2014/main" id="{47416258-5F0F-D248-E4D3-BEE810D569C4}"/>
              </a:ext>
            </a:extLst>
          </p:cNvPr>
          <p:cNvSpPr/>
          <p:nvPr/>
        </p:nvSpPr>
        <p:spPr>
          <a:xfrm>
            <a:off x="1821457" y="6186477"/>
            <a:ext cx="1407999" cy="4333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*node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CFB231AB-BEB3-C6D9-B180-F906C5AAA0E1}"/>
              </a:ext>
            </a:extLst>
          </p:cNvPr>
          <p:cNvCxnSpPr>
            <a:stCxn id="4" idx="2"/>
            <a:endCxn id="18" idx="0"/>
          </p:cNvCxnSpPr>
          <p:nvPr/>
        </p:nvCxnSpPr>
        <p:spPr>
          <a:xfrm>
            <a:off x="853027" y="392478"/>
            <a:ext cx="11626" cy="87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DD33B8B4-AA4D-AD85-BB6E-0F65CE2B774C}"/>
              </a:ext>
            </a:extLst>
          </p:cNvPr>
          <p:cNvCxnSpPr>
            <a:stCxn id="18" idx="2"/>
            <a:endCxn id="127" idx="0"/>
          </p:cNvCxnSpPr>
          <p:nvPr/>
        </p:nvCxnSpPr>
        <p:spPr>
          <a:xfrm flipH="1">
            <a:off x="853026" y="1368276"/>
            <a:ext cx="11627" cy="148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F05EC4B1-3BF7-CAEC-EBF5-79545A48B63A}"/>
              </a:ext>
            </a:extLst>
          </p:cNvPr>
          <p:cNvCxnSpPr>
            <a:stCxn id="18" idx="3"/>
            <a:endCxn id="54" idx="1"/>
          </p:cNvCxnSpPr>
          <p:nvPr/>
        </p:nvCxnSpPr>
        <p:spPr>
          <a:xfrm flipV="1">
            <a:off x="1615841" y="565607"/>
            <a:ext cx="308082" cy="358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CA5ED7FD-304B-59BD-C540-ABDA5394F014}"/>
              </a:ext>
            </a:extLst>
          </p:cNvPr>
          <p:cNvCxnSpPr>
            <a:stCxn id="54" idx="3"/>
          </p:cNvCxnSpPr>
          <p:nvPr/>
        </p:nvCxnSpPr>
        <p:spPr>
          <a:xfrm>
            <a:off x="4440786" y="565607"/>
            <a:ext cx="225254" cy="3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45BC905A-74A0-B4DC-5E34-60BA22AD358F}"/>
              </a:ext>
            </a:extLst>
          </p:cNvPr>
          <p:cNvCxnSpPr>
            <a:stCxn id="48" idx="2"/>
          </p:cNvCxnSpPr>
          <p:nvPr/>
        </p:nvCxnSpPr>
        <p:spPr>
          <a:xfrm>
            <a:off x="5585981" y="669645"/>
            <a:ext cx="3056" cy="74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6DE55FEC-4143-74CB-AB1F-258D44FE07C0}"/>
              </a:ext>
            </a:extLst>
          </p:cNvPr>
          <p:cNvCxnSpPr>
            <a:endCxn id="61" idx="0"/>
          </p:cNvCxnSpPr>
          <p:nvPr/>
        </p:nvCxnSpPr>
        <p:spPr>
          <a:xfrm flipH="1">
            <a:off x="5585979" y="943928"/>
            <a:ext cx="12388" cy="857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0F472764-FD33-4E52-8AE5-EADF909BDF04}"/>
              </a:ext>
            </a:extLst>
          </p:cNvPr>
          <p:cNvCxnSpPr>
            <a:stCxn id="61" idx="2"/>
            <a:endCxn id="63" idx="0"/>
          </p:cNvCxnSpPr>
          <p:nvPr/>
        </p:nvCxnSpPr>
        <p:spPr>
          <a:xfrm>
            <a:off x="5585979" y="1254792"/>
            <a:ext cx="1" cy="79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5B4E4C4F-CBF0-DEC4-2558-6685A7F47414}"/>
              </a:ext>
            </a:extLst>
          </p:cNvPr>
          <p:cNvCxnSpPr>
            <a:stCxn id="44" idx="3"/>
            <a:endCxn id="65" idx="1"/>
          </p:cNvCxnSpPr>
          <p:nvPr/>
        </p:nvCxnSpPr>
        <p:spPr>
          <a:xfrm flipV="1">
            <a:off x="7284002" y="209019"/>
            <a:ext cx="391113" cy="13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951B0EAD-AAF9-7EDD-ADAF-1A28F84F6907}"/>
              </a:ext>
            </a:extLst>
          </p:cNvPr>
          <p:cNvCxnSpPr>
            <a:stCxn id="65" idx="2"/>
            <a:endCxn id="69" idx="0"/>
          </p:cNvCxnSpPr>
          <p:nvPr/>
        </p:nvCxnSpPr>
        <p:spPr>
          <a:xfrm flipH="1">
            <a:off x="8543189" y="340228"/>
            <a:ext cx="549" cy="82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2C5E1B7C-F924-F18E-2A11-EA9CFA514DAB}"/>
              </a:ext>
            </a:extLst>
          </p:cNvPr>
          <p:cNvCxnSpPr>
            <a:stCxn id="69" idx="2"/>
            <a:endCxn id="77" idx="0"/>
          </p:cNvCxnSpPr>
          <p:nvPr/>
        </p:nvCxnSpPr>
        <p:spPr>
          <a:xfrm flipH="1">
            <a:off x="8543188" y="856377"/>
            <a:ext cx="1" cy="87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ABE834F5-C860-EA46-4086-2AF652CBE8D4}"/>
              </a:ext>
            </a:extLst>
          </p:cNvPr>
          <p:cNvCxnSpPr>
            <a:stCxn id="77" idx="2"/>
            <a:endCxn id="80" idx="0"/>
          </p:cNvCxnSpPr>
          <p:nvPr/>
        </p:nvCxnSpPr>
        <p:spPr>
          <a:xfrm flipH="1">
            <a:off x="8543187" y="1169089"/>
            <a:ext cx="1" cy="50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DCCD7329-6784-0182-DE7C-784E09917127}"/>
              </a:ext>
            </a:extLst>
          </p:cNvPr>
          <p:cNvCxnSpPr>
            <a:stCxn id="80" idx="3"/>
            <a:endCxn id="84" idx="1"/>
          </p:cNvCxnSpPr>
          <p:nvPr/>
        </p:nvCxnSpPr>
        <p:spPr>
          <a:xfrm flipV="1">
            <a:off x="9294375" y="1579789"/>
            <a:ext cx="309708" cy="14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5459B878-DED9-33A4-49F2-9F892731EC27}"/>
              </a:ext>
            </a:extLst>
          </p:cNvPr>
          <p:cNvCxnSpPr>
            <a:stCxn id="84" idx="3"/>
          </p:cNvCxnSpPr>
          <p:nvPr/>
        </p:nvCxnSpPr>
        <p:spPr>
          <a:xfrm flipH="1">
            <a:off x="2528596" y="1579789"/>
            <a:ext cx="8483486" cy="4457117"/>
          </a:xfrm>
          <a:prstGeom prst="bentConnector3">
            <a:avLst>
              <a:gd name="adj1" fmla="val -2695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C8037C91-D1BC-1CFA-F922-39979FC2101B}"/>
              </a:ext>
            </a:extLst>
          </p:cNvPr>
          <p:cNvCxnSpPr>
            <a:stCxn id="80" idx="2"/>
            <a:endCxn id="86" idx="0"/>
          </p:cNvCxnSpPr>
          <p:nvPr/>
        </p:nvCxnSpPr>
        <p:spPr>
          <a:xfrm flipH="1">
            <a:off x="3029827" y="1968759"/>
            <a:ext cx="5513360" cy="332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A0C71149-D170-1AE7-AC57-2ACBBED2D9CA}"/>
              </a:ext>
            </a:extLst>
          </p:cNvPr>
          <p:cNvCxnSpPr>
            <a:stCxn id="86" idx="3"/>
            <a:endCxn id="88" idx="1"/>
          </p:cNvCxnSpPr>
          <p:nvPr/>
        </p:nvCxnSpPr>
        <p:spPr>
          <a:xfrm>
            <a:off x="4139261" y="2518139"/>
            <a:ext cx="236446" cy="21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B739C000-FED2-41BE-6C73-5758D93437A1}"/>
              </a:ext>
            </a:extLst>
          </p:cNvPr>
          <p:cNvCxnSpPr>
            <a:endCxn id="90" idx="1"/>
          </p:cNvCxnSpPr>
          <p:nvPr/>
        </p:nvCxnSpPr>
        <p:spPr>
          <a:xfrm flipV="1">
            <a:off x="6358130" y="2278971"/>
            <a:ext cx="801981" cy="66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EF1714A6-ACF0-9604-C2F9-29324C9929B2}"/>
              </a:ext>
            </a:extLst>
          </p:cNvPr>
          <p:cNvCxnSpPr>
            <a:endCxn id="92" idx="1"/>
          </p:cNvCxnSpPr>
          <p:nvPr/>
        </p:nvCxnSpPr>
        <p:spPr>
          <a:xfrm>
            <a:off x="6405020" y="2732329"/>
            <a:ext cx="755090" cy="63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연결선: 꺾임 171">
            <a:extLst>
              <a:ext uri="{FF2B5EF4-FFF2-40B4-BE49-F238E27FC236}">
                <a16:creationId xmlns:a16="http://schemas.microsoft.com/office/drawing/2014/main" id="{B4DA75FF-0CB7-F39B-953D-21CBC9396C83}"/>
              </a:ext>
            </a:extLst>
          </p:cNvPr>
          <p:cNvCxnSpPr>
            <a:stCxn id="90" idx="3"/>
          </p:cNvCxnSpPr>
          <p:nvPr/>
        </p:nvCxnSpPr>
        <p:spPr>
          <a:xfrm flipH="1">
            <a:off x="2528596" y="2278971"/>
            <a:ext cx="6850384" cy="809481"/>
          </a:xfrm>
          <a:prstGeom prst="bentConnector3">
            <a:avLst>
              <a:gd name="adj1" fmla="val -333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연결선: 꺾임 173">
            <a:extLst>
              <a:ext uri="{FF2B5EF4-FFF2-40B4-BE49-F238E27FC236}">
                <a16:creationId xmlns:a16="http://schemas.microsoft.com/office/drawing/2014/main" id="{020EDFA4-1890-6BC2-B8D0-F7229514762D}"/>
              </a:ext>
            </a:extLst>
          </p:cNvPr>
          <p:cNvCxnSpPr>
            <a:stCxn id="92" idx="3"/>
          </p:cNvCxnSpPr>
          <p:nvPr/>
        </p:nvCxnSpPr>
        <p:spPr>
          <a:xfrm flipH="1">
            <a:off x="2593910" y="2796062"/>
            <a:ext cx="6785069" cy="291503"/>
          </a:xfrm>
          <a:prstGeom prst="bentConnector3">
            <a:avLst>
              <a:gd name="adj1" fmla="val -336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DC6369C3-8D4B-7A61-E1FF-FE539254B4CD}"/>
              </a:ext>
            </a:extLst>
          </p:cNvPr>
          <p:cNvCxnSpPr>
            <a:endCxn id="94" idx="0"/>
          </p:cNvCxnSpPr>
          <p:nvPr/>
        </p:nvCxnSpPr>
        <p:spPr>
          <a:xfrm flipH="1">
            <a:off x="2496874" y="3087565"/>
            <a:ext cx="31722" cy="250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CFFE89C6-E9B9-54F2-E3FC-C7EDDA7249BE}"/>
              </a:ext>
            </a:extLst>
          </p:cNvPr>
          <p:cNvCxnSpPr>
            <a:stCxn id="94" idx="3"/>
          </p:cNvCxnSpPr>
          <p:nvPr/>
        </p:nvCxnSpPr>
        <p:spPr>
          <a:xfrm>
            <a:off x="3200873" y="3554681"/>
            <a:ext cx="479520" cy="14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A08EA426-1849-B6D0-FE0D-DAB76DF2FB88}"/>
              </a:ext>
            </a:extLst>
          </p:cNvPr>
          <p:cNvCxnSpPr>
            <a:stCxn id="100" idx="2"/>
            <a:endCxn id="104" idx="0"/>
          </p:cNvCxnSpPr>
          <p:nvPr/>
        </p:nvCxnSpPr>
        <p:spPr>
          <a:xfrm flipH="1">
            <a:off x="5039017" y="3953863"/>
            <a:ext cx="46680" cy="103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7709B203-3DB9-56FD-CFC5-14A2FE90862F}"/>
              </a:ext>
            </a:extLst>
          </p:cNvPr>
          <p:cNvCxnSpPr>
            <a:stCxn id="100" idx="3"/>
            <a:endCxn id="102" idx="1"/>
          </p:cNvCxnSpPr>
          <p:nvPr/>
        </p:nvCxnSpPr>
        <p:spPr>
          <a:xfrm flipV="1">
            <a:off x="6405079" y="3741233"/>
            <a:ext cx="154374" cy="20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3BFB45B7-87E7-F533-0B1C-D314FD21D2F9}"/>
              </a:ext>
            </a:extLst>
          </p:cNvPr>
          <p:cNvCxnSpPr>
            <a:stCxn id="104" idx="3"/>
            <a:endCxn id="106" idx="1"/>
          </p:cNvCxnSpPr>
          <p:nvPr/>
        </p:nvCxnSpPr>
        <p:spPr>
          <a:xfrm>
            <a:off x="6405020" y="4250026"/>
            <a:ext cx="131917" cy="37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EAB0E3FD-FF8E-76F8-2EFB-EEA21EEFAFF5}"/>
              </a:ext>
            </a:extLst>
          </p:cNvPr>
          <p:cNvCxnSpPr>
            <a:stCxn id="106" idx="3"/>
            <a:endCxn id="108" idx="1"/>
          </p:cNvCxnSpPr>
          <p:nvPr/>
        </p:nvCxnSpPr>
        <p:spPr>
          <a:xfrm>
            <a:off x="7944936" y="4287406"/>
            <a:ext cx="73215" cy="109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CD678801-3DEB-EB34-5ABF-C72894EA14D5}"/>
              </a:ext>
            </a:extLst>
          </p:cNvPr>
          <p:cNvCxnSpPr>
            <a:endCxn id="110" idx="1"/>
          </p:cNvCxnSpPr>
          <p:nvPr/>
        </p:nvCxnSpPr>
        <p:spPr>
          <a:xfrm flipV="1">
            <a:off x="8794236" y="3982953"/>
            <a:ext cx="372805" cy="230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직선 화살표 연결선 189">
            <a:extLst>
              <a:ext uri="{FF2B5EF4-FFF2-40B4-BE49-F238E27FC236}">
                <a16:creationId xmlns:a16="http://schemas.microsoft.com/office/drawing/2014/main" id="{57DFBBA9-EFA3-7C1D-CDA3-64A5AA2FD937}"/>
              </a:ext>
            </a:extLst>
          </p:cNvPr>
          <p:cNvCxnSpPr>
            <a:endCxn id="112" idx="1"/>
          </p:cNvCxnSpPr>
          <p:nvPr/>
        </p:nvCxnSpPr>
        <p:spPr>
          <a:xfrm>
            <a:off x="8794236" y="4363608"/>
            <a:ext cx="417454" cy="15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2F6B0B35-C204-7DDF-AD4E-D2B1E3623EA1}"/>
              </a:ext>
            </a:extLst>
          </p:cNvPr>
          <p:cNvCxnSpPr>
            <a:stCxn id="104" idx="2"/>
            <a:endCxn id="113" idx="0"/>
          </p:cNvCxnSpPr>
          <p:nvPr/>
        </p:nvCxnSpPr>
        <p:spPr>
          <a:xfrm>
            <a:off x="5039017" y="4442325"/>
            <a:ext cx="5460" cy="418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F9FB2C59-72B2-B8EC-7BB7-C8259874839E}"/>
              </a:ext>
            </a:extLst>
          </p:cNvPr>
          <p:cNvCxnSpPr>
            <a:endCxn id="114" idx="1"/>
          </p:cNvCxnSpPr>
          <p:nvPr/>
        </p:nvCxnSpPr>
        <p:spPr>
          <a:xfrm>
            <a:off x="5748476" y="5007357"/>
            <a:ext cx="321953" cy="3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B1564C60-A5B4-B771-837F-FD33C0FEA7EE}"/>
              </a:ext>
            </a:extLst>
          </p:cNvPr>
          <p:cNvCxnSpPr>
            <a:endCxn id="122" idx="0"/>
          </p:cNvCxnSpPr>
          <p:nvPr/>
        </p:nvCxnSpPr>
        <p:spPr>
          <a:xfrm>
            <a:off x="6652727" y="5247600"/>
            <a:ext cx="9725" cy="247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C2AC810E-0B59-04A2-0F4F-45B7E0980481}"/>
              </a:ext>
            </a:extLst>
          </p:cNvPr>
          <p:cNvCxnSpPr>
            <a:stCxn id="114" idx="3"/>
            <a:endCxn id="116" idx="1"/>
          </p:cNvCxnSpPr>
          <p:nvPr/>
        </p:nvCxnSpPr>
        <p:spPr>
          <a:xfrm>
            <a:off x="7236115" y="5043037"/>
            <a:ext cx="392435" cy="12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201">
            <a:extLst>
              <a:ext uri="{FF2B5EF4-FFF2-40B4-BE49-F238E27FC236}">
                <a16:creationId xmlns:a16="http://schemas.microsoft.com/office/drawing/2014/main" id="{CA155F9A-9200-B87B-D8EC-BB993C6C973B}"/>
              </a:ext>
            </a:extLst>
          </p:cNvPr>
          <p:cNvCxnSpPr>
            <a:stCxn id="116" idx="2"/>
            <a:endCxn id="118" idx="0"/>
          </p:cNvCxnSpPr>
          <p:nvPr/>
        </p:nvCxnSpPr>
        <p:spPr>
          <a:xfrm>
            <a:off x="8211393" y="5247600"/>
            <a:ext cx="6250" cy="149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직선 화살표 연결선 203">
            <a:extLst>
              <a:ext uri="{FF2B5EF4-FFF2-40B4-BE49-F238E27FC236}">
                <a16:creationId xmlns:a16="http://schemas.microsoft.com/office/drawing/2014/main" id="{4EA5CFB5-968E-FAAC-D3F7-34CF0A2551F5}"/>
              </a:ext>
            </a:extLst>
          </p:cNvPr>
          <p:cNvCxnSpPr>
            <a:stCxn id="116" idx="3"/>
            <a:endCxn id="120" idx="1"/>
          </p:cNvCxnSpPr>
          <p:nvPr/>
        </p:nvCxnSpPr>
        <p:spPr>
          <a:xfrm flipV="1">
            <a:off x="8794236" y="5043037"/>
            <a:ext cx="309049" cy="12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연결선: 꺾임 205">
            <a:extLst>
              <a:ext uri="{FF2B5EF4-FFF2-40B4-BE49-F238E27FC236}">
                <a16:creationId xmlns:a16="http://schemas.microsoft.com/office/drawing/2014/main" id="{E3A76B1E-9B31-EA4F-A703-1888916217BE}"/>
              </a:ext>
            </a:extLst>
          </p:cNvPr>
          <p:cNvCxnSpPr>
            <a:stCxn id="98" idx="3"/>
          </p:cNvCxnSpPr>
          <p:nvPr/>
        </p:nvCxnSpPr>
        <p:spPr>
          <a:xfrm flipH="1">
            <a:off x="2528596" y="4713171"/>
            <a:ext cx="8729977" cy="1407711"/>
          </a:xfrm>
          <a:prstGeom prst="bentConnector3">
            <a:avLst>
              <a:gd name="adj1" fmla="val -261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연결선: 꺾임 207">
            <a:extLst>
              <a:ext uri="{FF2B5EF4-FFF2-40B4-BE49-F238E27FC236}">
                <a16:creationId xmlns:a16="http://schemas.microsoft.com/office/drawing/2014/main" id="{EAB12210-6886-409B-EF2D-6F432DA492E5}"/>
              </a:ext>
            </a:extLst>
          </p:cNvPr>
          <p:cNvCxnSpPr>
            <a:stCxn id="127" idx="2"/>
          </p:cNvCxnSpPr>
          <p:nvPr/>
        </p:nvCxnSpPr>
        <p:spPr>
          <a:xfrm rot="16200000" flipH="1">
            <a:off x="-394592" y="3197694"/>
            <a:ext cx="4170806" cy="1675570"/>
          </a:xfrm>
          <a:prstGeom prst="bentConnector3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C5E33D6D-2029-CDED-94E2-06443C20C130}"/>
              </a:ext>
            </a:extLst>
          </p:cNvPr>
          <p:cNvCxnSpPr>
            <a:endCxn id="132" idx="0"/>
          </p:cNvCxnSpPr>
          <p:nvPr/>
        </p:nvCxnSpPr>
        <p:spPr>
          <a:xfrm flipH="1">
            <a:off x="2525457" y="6120882"/>
            <a:ext cx="3139" cy="65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75712976-CD64-454D-D838-6AFDCD2DBA23}"/>
              </a:ext>
            </a:extLst>
          </p:cNvPr>
          <p:cNvSpPr txBox="1"/>
          <p:nvPr/>
        </p:nvSpPr>
        <p:spPr>
          <a:xfrm>
            <a:off x="9065647" y="1275220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D4D42CB4-D81D-ECF0-276D-FD96D5C14248}"/>
              </a:ext>
            </a:extLst>
          </p:cNvPr>
          <p:cNvSpPr txBox="1"/>
          <p:nvPr/>
        </p:nvSpPr>
        <p:spPr>
          <a:xfrm>
            <a:off x="278758" y="121438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370DC6C8-1C6A-77D5-425F-CB88A32E5A32}"/>
              </a:ext>
            </a:extLst>
          </p:cNvPr>
          <p:cNvSpPr txBox="1"/>
          <p:nvPr/>
        </p:nvSpPr>
        <p:spPr>
          <a:xfrm>
            <a:off x="7864844" y="173061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1273CD68-E380-F146-DE1B-B0FA22F9F640}"/>
              </a:ext>
            </a:extLst>
          </p:cNvPr>
          <p:cNvSpPr txBox="1"/>
          <p:nvPr/>
        </p:nvSpPr>
        <p:spPr>
          <a:xfrm>
            <a:off x="6288088" y="272253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C7FD6DD-B8A0-8EE5-9095-E611A5E2E9D2}"/>
              </a:ext>
            </a:extLst>
          </p:cNvPr>
          <p:cNvSpPr txBox="1"/>
          <p:nvPr/>
        </p:nvSpPr>
        <p:spPr>
          <a:xfrm>
            <a:off x="6324318" y="203324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4D742F5D-0053-2052-B220-97AA5BF90F6D}"/>
              </a:ext>
            </a:extLst>
          </p:cNvPr>
          <p:cNvSpPr txBox="1"/>
          <p:nvPr/>
        </p:nvSpPr>
        <p:spPr>
          <a:xfrm>
            <a:off x="6008901" y="345378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584145F-E4A4-1BE2-E6D2-24E0752A5130}"/>
              </a:ext>
            </a:extLst>
          </p:cNvPr>
          <p:cNvSpPr txBox="1"/>
          <p:nvPr/>
        </p:nvSpPr>
        <p:spPr>
          <a:xfrm>
            <a:off x="5992628" y="397962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3340D0D-2075-759D-A94C-03E832A1756E}"/>
              </a:ext>
            </a:extLst>
          </p:cNvPr>
          <p:cNvSpPr txBox="1"/>
          <p:nvPr/>
        </p:nvSpPr>
        <p:spPr>
          <a:xfrm>
            <a:off x="8524276" y="386108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849574C6-FB5D-B981-B3A1-09939E738511}"/>
              </a:ext>
            </a:extLst>
          </p:cNvPr>
          <p:cNvSpPr txBox="1"/>
          <p:nvPr/>
        </p:nvSpPr>
        <p:spPr>
          <a:xfrm>
            <a:off x="6194092" y="510462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FF181300-4388-9D15-0401-5A45BC0E7A41}"/>
              </a:ext>
            </a:extLst>
          </p:cNvPr>
          <p:cNvSpPr txBox="1"/>
          <p:nvPr/>
        </p:nvSpPr>
        <p:spPr>
          <a:xfrm>
            <a:off x="7731437" y="515267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965D4C0B-7A51-435F-5892-D63C039445C3}"/>
              </a:ext>
            </a:extLst>
          </p:cNvPr>
          <p:cNvSpPr txBox="1"/>
          <p:nvPr/>
        </p:nvSpPr>
        <p:spPr>
          <a:xfrm>
            <a:off x="4497655" y="384376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7D4AD462-CC7D-F3B1-D485-22AC8B0523C3}"/>
              </a:ext>
            </a:extLst>
          </p:cNvPr>
          <p:cNvSpPr txBox="1"/>
          <p:nvPr/>
        </p:nvSpPr>
        <p:spPr>
          <a:xfrm>
            <a:off x="4487773" y="438718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6A9483AD-3458-CCBB-F938-BB53862466FA}"/>
              </a:ext>
            </a:extLst>
          </p:cNvPr>
          <p:cNvSpPr txBox="1"/>
          <p:nvPr/>
        </p:nvSpPr>
        <p:spPr>
          <a:xfrm>
            <a:off x="8522172" y="436226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11684460-C932-7607-A492-9A771C70DF17}"/>
              </a:ext>
            </a:extLst>
          </p:cNvPr>
          <p:cNvSpPr txBox="1"/>
          <p:nvPr/>
        </p:nvSpPr>
        <p:spPr>
          <a:xfrm>
            <a:off x="6967155" y="475229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44923E0-4959-F513-1320-EFD0DAB5471F}"/>
              </a:ext>
            </a:extLst>
          </p:cNvPr>
          <p:cNvSpPr txBox="1"/>
          <p:nvPr/>
        </p:nvSpPr>
        <p:spPr>
          <a:xfrm>
            <a:off x="8478133" y="4736288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76045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03799" y="197121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1399182" y="3774119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2731113" y="3156777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69827" y="606982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557738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5979870" y="4082163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5979871" y="4449082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8366628" y="235772"/>
            <a:ext cx="2295984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6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exists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1221856" y="3583535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83547" y="4235757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221856" y="4148149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221856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90421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69452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69452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90420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49713" y="5543753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2691106" y="6114280"/>
            <a:ext cx="2882134" cy="45718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219825" y="5553560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9514620" y="330177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719989" y="463203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0736536" y="34556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0728767" y="411148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0985162" y="3763442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1022206" y="4433898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302876" y="4632039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51586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51586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35702" y="5774572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6199517" y="4551732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3800016" y="4854242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4529515" y="4570790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6199517" y="4918651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6695774" y="5002250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6695774" y="5583174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1066712" y="4836969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4464330" y="5019523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0724795" y="5002250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5872900" y="5027043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841755" y="4444803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exists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43572C8E-3607-9A3F-14FE-BBD1B61A1C38}"/>
              </a:ext>
            </a:extLst>
          </p:cNvPr>
          <p:cNvSpPr/>
          <p:nvPr/>
        </p:nvSpPr>
        <p:spPr>
          <a:xfrm>
            <a:off x="9738626" y="2685003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(*last)-&gt;next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newqueue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 = (*last)-&gt;next;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34B877-F3E2-48FE-E8B4-A12D714941B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0662612" y="627938"/>
            <a:ext cx="272576" cy="3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stCxn id="21" idx="2"/>
          </p:cNvCxnSpPr>
          <p:nvPr/>
        </p:nvCxnSpPr>
        <p:spPr>
          <a:xfrm flipH="1">
            <a:off x="2067108" y="5229135"/>
            <a:ext cx="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10437936" y="30118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3771982" y="442878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8830729" y="2849000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8830728" y="377370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2" name="순서도: 종속 처리 31">
            <a:extLst>
              <a:ext uri="{FF2B5EF4-FFF2-40B4-BE49-F238E27FC236}">
                <a16:creationId xmlns:a16="http://schemas.microsoft.com/office/drawing/2014/main" id="{0C6C0F79-44F3-94A8-DF4D-B9F12D92258D}"/>
              </a:ext>
            </a:extLst>
          </p:cNvPr>
          <p:cNvSpPr/>
          <p:nvPr/>
        </p:nvSpPr>
        <p:spPr>
          <a:xfrm>
            <a:off x="10936615" y="390135"/>
            <a:ext cx="2743240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1" name="순서도: 판단 40">
            <a:extLst>
              <a:ext uri="{FF2B5EF4-FFF2-40B4-BE49-F238E27FC236}">
                <a16:creationId xmlns:a16="http://schemas.microsoft.com/office/drawing/2014/main" id="{97EF05D3-6AF6-C2CA-32D9-124CCDAE18A2}"/>
              </a:ext>
            </a:extLst>
          </p:cNvPr>
          <p:cNvSpPr/>
          <p:nvPr/>
        </p:nvSpPr>
        <p:spPr>
          <a:xfrm>
            <a:off x="11114578" y="976358"/>
            <a:ext cx="2387314" cy="65310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 == key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02648CA1-0B5E-FF3A-B423-13E5AC166D22}"/>
              </a:ext>
            </a:extLst>
          </p:cNvPr>
          <p:cNvSpPr/>
          <p:nvPr/>
        </p:nvSpPr>
        <p:spPr>
          <a:xfrm>
            <a:off x="13773979" y="1072091"/>
            <a:ext cx="100354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exist = 1;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7" name="순서도: 종속 처리 46">
            <a:extLst>
              <a:ext uri="{FF2B5EF4-FFF2-40B4-BE49-F238E27FC236}">
                <a16:creationId xmlns:a16="http://schemas.microsoft.com/office/drawing/2014/main" id="{13128DB5-14AC-9294-57D7-57D4E480D434}"/>
              </a:ext>
            </a:extLst>
          </p:cNvPr>
          <p:cNvSpPr/>
          <p:nvPr/>
        </p:nvSpPr>
        <p:spPr>
          <a:xfrm>
            <a:off x="10866278" y="1767858"/>
            <a:ext cx="2883913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2E2C3D3-5D72-75FE-B8D5-3DCEEFF26A73}"/>
              </a:ext>
            </a:extLst>
          </p:cNvPr>
          <p:cNvCxnSpPr>
            <a:stCxn id="32" idx="2"/>
            <a:endCxn id="41" idx="0"/>
          </p:cNvCxnSpPr>
          <p:nvPr/>
        </p:nvCxnSpPr>
        <p:spPr>
          <a:xfrm>
            <a:off x="12308235" y="853531"/>
            <a:ext cx="0" cy="122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67983C9-9244-2D89-83DC-860AB2EB3887}"/>
              </a:ext>
            </a:extLst>
          </p:cNvPr>
          <p:cNvCxnSpPr>
            <a:stCxn id="41" idx="2"/>
            <a:endCxn id="47" idx="0"/>
          </p:cNvCxnSpPr>
          <p:nvPr/>
        </p:nvCxnSpPr>
        <p:spPr>
          <a:xfrm>
            <a:off x="12308235" y="1629462"/>
            <a:ext cx="0" cy="138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817529F-4243-0906-2F54-C3B95DF585CD}"/>
              </a:ext>
            </a:extLst>
          </p:cNvPr>
          <p:cNvCxnSpPr>
            <a:stCxn id="41" idx="3"/>
            <a:endCxn id="43" idx="1"/>
          </p:cNvCxnSpPr>
          <p:nvPr/>
        </p:nvCxnSpPr>
        <p:spPr>
          <a:xfrm>
            <a:off x="13501892" y="1302910"/>
            <a:ext cx="2720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7644A41-5668-69DB-797B-8C8CAE834807}"/>
              </a:ext>
            </a:extLst>
          </p:cNvPr>
          <p:cNvCxnSpPr>
            <a:stCxn id="43" idx="2"/>
            <a:endCxn id="47" idx="0"/>
          </p:cNvCxnSpPr>
          <p:nvPr/>
        </p:nvCxnSpPr>
        <p:spPr>
          <a:xfrm flipH="1">
            <a:off x="12308235" y="1533729"/>
            <a:ext cx="1967517" cy="234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ED6BA92-F7AF-2083-7895-3EC17442A1EE}"/>
              </a:ext>
            </a:extLst>
          </p:cNvPr>
          <p:cNvSpPr txBox="1"/>
          <p:nvPr/>
        </p:nvSpPr>
        <p:spPr>
          <a:xfrm>
            <a:off x="13309744" y="101062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565476-866B-0CCC-E582-5091E09F3F15}"/>
              </a:ext>
            </a:extLst>
          </p:cNvPr>
          <p:cNvSpPr txBox="1"/>
          <p:nvPr/>
        </p:nvSpPr>
        <p:spPr>
          <a:xfrm>
            <a:off x="11747580" y="151162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200BD77E-AC97-C85A-4060-3E1C6C929F1E}"/>
              </a:ext>
            </a:extLst>
          </p:cNvPr>
          <p:cNvSpPr/>
          <p:nvPr/>
        </p:nvSpPr>
        <p:spPr>
          <a:xfrm>
            <a:off x="1331986" y="78069"/>
            <a:ext cx="238731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(“input1.txt”, “r”);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(“output1.txt”, “w”);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char buffer[10];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B271519F-3737-9C6E-B904-E55D4836F99B}"/>
              </a:ext>
            </a:extLst>
          </p:cNvPr>
          <p:cNvSpPr/>
          <p:nvPr/>
        </p:nvSpPr>
        <p:spPr>
          <a:xfrm>
            <a:off x="3944034" y="286539"/>
            <a:ext cx="1782257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root = NULL;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E3011B04-0441-4CFA-AC93-F3669410B01D}"/>
              </a:ext>
            </a:extLst>
          </p:cNvPr>
          <p:cNvSpPr/>
          <p:nvPr/>
        </p:nvSpPr>
        <p:spPr>
          <a:xfrm>
            <a:off x="2752442" y="1088667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buffer read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line by line, until ‘q’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1" name="순서도: 처리 50">
            <a:extLst>
              <a:ext uri="{FF2B5EF4-FFF2-40B4-BE49-F238E27FC236}">
                <a16:creationId xmlns:a16="http://schemas.microsoft.com/office/drawing/2014/main" id="{B69E1CBC-CA13-26BD-F9E5-E5D7DAC3C2BA}"/>
              </a:ext>
            </a:extLst>
          </p:cNvPr>
          <p:cNvSpPr/>
          <p:nvPr/>
        </p:nvSpPr>
        <p:spPr>
          <a:xfrm>
            <a:off x="2755630" y="1455585"/>
            <a:ext cx="4741737" cy="119123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4" name="순서도: 판단 53">
            <a:extLst>
              <a:ext uri="{FF2B5EF4-FFF2-40B4-BE49-F238E27FC236}">
                <a16:creationId xmlns:a16="http://schemas.microsoft.com/office/drawing/2014/main" id="{581E6E62-AA93-F049-8865-AEAE5222E21D}"/>
              </a:ext>
            </a:extLst>
          </p:cNvPr>
          <p:cNvSpPr/>
          <p:nvPr/>
        </p:nvSpPr>
        <p:spPr>
          <a:xfrm>
            <a:off x="2943818" y="1509895"/>
            <a:ext cx="1927573" cy="44026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buffer[0] = ‘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’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5" name="순서도: 종속 처리 54">
            <a:extLst>
              <a:ext uri="{FF2B5EF4-FFF2-40B4-BE49-F238E27FC236}">
                <a16:creationId xmlns:a16="http://schemas.microsoft.com/office/drawing/2014/main" id="{E7E78CA5-52FF-3482-060A-0E54562E81FF}"/>
              </a:ext>
            </a:extLst>
          </p:cNvPr>
          <p:cNvSpPr/>
          <p:nvPr/>
        </p:nvSpPr>
        <p:spPr>
          <a:xfrm>
            <a:off x="5284766" y="1606765"/>
            <a:ext cx="1914582" cy="307777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insert(&amp;root, num)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2" name="순서도: 판단 61">
            <a:extLst>
              <a:ext uri="{FF2B5EF4-FFF2-40B4-BE49-F238E27FC236}">
                <a16:creationId xmlns:a16="http://schemas.microsoft.com/office/drawing/2014/main" id="{2CD02925-BACE-2733-3C3E-B93915C034AF}"/>
              </a:ext>
            </a:extLst>
          </p:cNvPr>
          <p:cNvSpPr/>
          <p:nvPr/>
        </p:nvSpPr>
        <p:spPr>
          <a:xfrm>
            <a:off x="2882612" y="2078024"/>
            <a:ext cx="2087739" cy="44026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buffer[0] = ‘d’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4" name="순서도: 종속 처리 63">
            <a:extLst>
              <a:ext uri="{FF2B5EF4-FFF2-40B4-BE49-F238E27FC236}">
                <a16:creationId xmlns:a16="http://schemas.microsoft.com/office/drawing/2014/main" id="{AAD78333-4635-0035-C1A2-40D701C5BF44}"/>
              </a:ext>
            </a:extLst>
          </p:cNvPr>
          <p:cNvSpPr/>
          <p:nvPr/>
        </p:nvSpPr>
        <p:spPr>
          <a:xfrm>
            <a:off x="5124755" y="2134707"/>
            <a:ext cx="2205192" cy="307777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root = delete(&amp;root)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8" name="순서도: 처리 67">
            <a:extLst>
              <a:ext uri="{FF2B5EF4-FFF2-40B4-BE49-F238E27FC236}">
                <a16:creationId xmlns:a16="http://schemas.microsoft.com/office/drawing/2014/main" id="{97C9BF24-A165-C9C5-9447-E5DF2C012EB8}"/>
              </a:ext>
            </a:extLst>
          </p:cNvPr>
          <p:cNvSpPr/>
          <p:nvPr/>
        </p:nvSpPr>
        <p:spPr>
          <a:xfrm>
            <a:off x="4233626" y="2774678"/>
            <a:ext cx="1782257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921D7043-813F-8176-C806-B54B93F8CCC3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1052066" y="417254"/>
            <a:ext cx="279920" cy="24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85797236-C263-595F-32DA-9A2EC28484F3}"/>
              </a:ext>
            </a:extLst>
          </p:cNvPr>
          <p:cNvCxnSpPr>
            <a:stCxn id="2" idx="3"/>
            <a:endCxn id="9" idx="1"/>
          </p:cNvCxnSpPr>
          <p:nvPr/>
        </p:nvCxnSpPr>
        <p:spPr>
          <a:xfrm flipV="1">
            <a:off x="3719300" y="440428"/>
            <a:ext cx="224734" cy="1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BB6927E9-F98F-CD09-7C1A-4A54967C5F00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835162" y="594316"/>
            <a:ext cx="1" cy="494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B8EEC66C-C65D-A10F-B427-0B7B4176A818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4871391" y="1730028"/>
            <a:ext cx="413375" cy="30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D877414E-61CF-029A-D149-76FD90D33AA3}"/>
              </a:ext>
            </a:extLst>
          </p:cNvPr>
          <p:cNvCxnSpPr>
            <a:stCxn id="54" idx="2"/>
            <a:endCxn id="62" idx="0"/>
          </p:cNvCxnSpPr>
          <p:nvPr/>
        </p:nvCxnSpPr>
        <p:spPr>
          <a:xfrm>
            <a:off x="3907605" y="1950161"/>
            <a:ext cx="18877" cy="12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20D8B34C-A3E7-030F-DADF-5FDC58297734}"/>
              </a:ext>
            </a:extLst>
          </p:cNvPr>
          <p:cNvCxnSpPr>
            <a:stCxn id="62" idx="3"/>
            <a:endCxn id="64" idx="1"/>
          </p:cNvCxnSpPr>
          <p:nvPr/>
        </p:nvCxnSpPr>
        <p:spPr>
          <a:xfrm flipV="1">
            <a:off x="4970351" y="2288596"/>
            <a:ext cx="154404" cy="9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0590806E-F7C9-E892-95A3-8F3466A83F50}"/>
              </a:ext>
            </a:extLst>
          </p:cNvPr>
          <p:cNvCxnSpPr>
            <a:stCxn id="51" idx="2"/>
            <a:endCxn id="68" idx="0"/>
          </p:cNvCxnSpPr>
          <p:nvPr/>
        </p:nvCxnSpPr>
        <p:spPr>
          <a:xfrm flipH="1">
            <a:off x="5124755" y="2646815"/>
            <a:ext cx="1744" cy="12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BECB4C7-56B5-8858-EC03-BAEBCE8EDEA9}"/>
              </a:ext>
            </a:extLst>
          </p:cNvPr>
          <p:cNvSpPr txBox="1"/>
          <p:nvPr/>
        </p:nvSpPr>
        <p:spPr>
          <a:xfrm>
            <a:off x="4651471" y="143555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1CFEF19-907F-A7DF-407F-CE2A232DB12E}"/>
              </a:ext>
            </a:extLst>
          </p:cNvPr>
          <p:cNvSpPr txBox="1"/>
          <p:nvPr/>
        </p:nvSpPr>
        <p:spPr>
          <a:xfrm>
            <a:off x="4651471" y="195636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9A930EF-7C15-35CC-7267-A12138011195}"/>
              </a:ext>
            </a:extLst>
          </p:cNvPr>
          <p:cNvSpPr txBox="1"/>
          <p:nvPr/>
        </p:nvSpPr>
        <p:spPr>
          <a:xfrm>
            <a:off x="3293820" y="185186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46090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47781-C19B-B6C8-35CB-597747B7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927" y="2327091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ko-KR" sz="40000" dirty="0"/>
              <a:t>2</a:t>
            </a:r>
            <a:endParaRPr lang="ko-KR" altLang="en-US" sz="40000" dirty="0"/>
          </a:p>
        </p:txBody>
      </p:sp>
    </p:spTree>
    <p:extLst>
      <p:ext uri="{BB962C8B-B14F-4D97-AF65-F5344CB8AC3E}">
        <p14:creationId xmlns:p14="http://schemas.microsoft.com/office/powerpoint/2010/main" val="845369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59EB4062-031E-A548-CAF0-6201B07DE202}"/>
              </a:ext>
            </a:extLst>
          </p:cNvPr>
          <p:cNvSpPr/>
          <p:nvPr/>
        </p:nvSpPr>
        <p:spPr>
          <a:xfrm>
            <a:off x="227504" y="230939"/>
            <a:ext cx="2198825" cy="5484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 *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846070D1-3B03-4934-4C4A-213AF68B76E1}"/>
              </a:ext>
            </a:extLst>
          </p:cNvPr>
          <p:cNvSpPr/>
          <p:nvPr/>
        </p:nvSpPr>
        <p:spPr>
          <a:xfrm>
            <a:off x="227504" y="945371"/>
            <a:ext cx="3046215" cy="18383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int key;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DA56DF7F-D8A4-110C-11F6-632F7A9F305A}"/>
              </a:ext>
            </a:extLst>
          </p:cNvPr>
          <p:cNvSpPr/>
          <p:nvPr/>
        </p:nvSpPr>
        <p:spPr>
          <a:xfrm>
            <a:off x="7650646" y="4172946"/>
            <a:ext cx="5065130" cy="17541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new_queue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q = 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)malloc(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sizeof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(queue));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q-&gt;next = NULL;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q-&gt;data = data;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return q;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19CABBEC-189C-7998-39CC-C55451C64CC9}"/>
              </a:ext>
            </a:extLst>
          </p:cNvPr>
          <p:cNvSpPr/>
          <p:nvPr/>
        </p:nvSpPr>
        <p:spPr>
          <a:xfrm>
            <a:off x="2590827" y="230939"/>
            <a:ext cx="1844770" cy="5484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root;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28533810-3F9A-2BC0-33C9-F80EDF4AF5DD}"/>
              </a:ext>
            </a:extLst>
          </p:cNvPr>
          <p:cNvSpPr/>
          <p:nvPr/>
        </p:nvSpPr>
        <p:spPr>
          <a:xfrm>
            <a:off x="4600095" y="228345"/>
            <a:ext cx="1954923" cy="56155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num;</a:t>
            </a:r>
          </a:p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[50];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D6266D3B-C8D7-807E-0BF6-80CF6FDE4D7D}"/>
              </a:ext>
            </a:extLst>
          </p:cNvPr>
          <p:cNvSpPr/>
          <p:nvPr/>
        </p:nvSpPr>
        <p:spPr>
          <a:xfrm>
            <a:off x="4917199" y="5342285"/>
            <a:ext cx="3046215" cy="12873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queue{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next;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data;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F1106C7E-B8E2-EE4E-9396-3F1BB1EA56DC}"/>
              </a:ext>
            </a:extLst>
          </p:cNvPr>
          <p:cNvSpPr/>
          <p:nvPr/>
        </p:nvSpPr>
        <p:spPr>
          <a:xfrm>
            <a:off x="3612800" y="945372"/>
            <a:ext cx="6264531" cy="19517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new_node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(int key){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)malloc(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sizeof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(node));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 = key;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NULL;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NULL;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return newnode;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6490B257-4EB1-0425-FFD9-9156B19A88EA}"/>
              </a:ext>
            </a:extLst>
          </p:cNvPr>
          <p:cNvSpPr/>
          <p:nvPr/>
        </p:nvSpPr>
        <p:spPr>
          <a:xfrm>
            <a:off x="227504" y="4402998"/>
            <a:ext cx="3046215" cy="22704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void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freeq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 q){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*q;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while(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!= NULL){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	*q =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-&gt;next;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	free(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*q;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}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919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03930" y="986579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1399182" y="3774119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1964042" y="3525432"/>
            <a:ext cx="6136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makeTree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num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69827" y="606982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557738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5979870" y="4082163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5979871" y="4449082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504032" y="818845"/>
            <a:ext cx="2295984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 == NULL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1221856" y="3583535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83547" y="4235757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221856" y="4148149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221856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90421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69452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69452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90420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49713" y="5543753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2691106" y="6114280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219825" y="5553560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12015056" y="2958144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719989" y="463203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0736536" y="34556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0728767" y="411148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0985162" y="3763442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1022206" y="4433898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302876" y="4632039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51586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51586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35702" y="5774572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6199517" y="4551732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3800016" y="4854242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4529515" y="4570790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6199517" y="4918651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6695774" y="5002250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6695774" y="5583174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1066712" y="4836969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4464330" y="5019523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0724795" y="5002250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5872900" y="5027043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4D84C981-FAE9-9E32-B857-122ABC0932C0}"/>
              </a:ext>
            </a:extLst>
          </p:cNvPr>
          <p:cNvSpPr/>
          <p:nvPr/>
        </p:nvSpPr>
        <p:spPr>
          <a:xfrm>
            <a:off x="4072592" y="984073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new_node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(num);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1426670" y="1735660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 &lt;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AD39870-73D4-78DF-F11E-96EBE53EB547}"/>
              </a:ext>
            </a:extLst>
          </p:cNvPr>
          <p:cNvCxnSpPr>
            <a:stCxn id="4" idx="3"/>
            <a:endCxn id="18" idx="1"/>
          </p:cNvCxnSpPr>
          <p:nvPr/>
        </p:nvCxnSpPr>
        <p:spPr>
          <a:xfrm>
            <a:off x="1052197" y="1206712"/>
            <a:ext cx="451835" cy="4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34B877-F3E2-48FE-E8B4-A12D714941BD}"/>
              </a:ext>
            </a:extLst>
          </p:cNvPr>
          <p:cNvCxnSpPr>
            <a:stCxn id="18" idx="3"/>
            <a:endCxn id="9" idx="1"/>
          </p:cNvCxnSpPr>
          <p:nvPr/>
        </p:nvCxnSpPr>
        <p:spPr>
          <a:xfrm>
            <a:off x="3800016" y="1211011"/>
            <a:ext cx="272576" cy="3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F67CF02B-ACD1-F414-1557-93F2615C15EE}"/>
              </a:ext>
            </a:extLst>
          </p:cNvPr>
          <p:cNvCxnSpPr>
            <a:stCxn id="18" idx="2"/>
            <a:endCxn id="21" idx="0"/>
          </p:cNvCxnSpPr>
          <p:nvPr/>
        </p:nvCxnSpPr>
        <p:spPr>
          <a:xfrm>
            <a:off x="2652024" y="1603177"/>
            <a:ext cx="0" cy="132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78FC7AE-DE58-6784-F573-471DE52FB026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3877377" y="2127826"/>
            <a:ext cx="195215" cy="5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stCxn id="21" idx="2"/>
          </p:cNvCxnSpPr>
          <p:nvPr/>
        </p:nvCxnSpPr>
        <p:spPr>
          <a:xfrm flipH="1">
            <a:off x="2652023" y="2519992"/>
            <a:ext cx="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3575340" y="88426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3602499" y="180608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2099659" y="148684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2099658" y="241154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" name="순서도: 판단 1">
            <a:extLst>
              <a:ext uri="{FF2B5EF4-FFF2-40B4-BE49-F238E27FC236}">
                <a16:creationId xmlns:a16="http://schemas.microsoft.com/office/drawing/2014/main" id="{23F8B4A3-B851-70A0-86C1-CC9E8997CD09}"/>
              </a:ext>
            </a:extLst>
          </p:cNvPr>
          <p:cNvSpPr/>
          <p:nvPr/>
        </p:nvSpPr>
        <p:spPr>
          <a:xfrm>
            <a:off x="1426669" y="2720791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 &gt;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2" name="순서도: 종속 처리 31">
            <a:extLst>
              <a:ext uri="{FF2B5EF4-FFF2-40B4-BE49-F238E27FC236}">
                <a16:creationId xmlns:a16="http://schemas.microsoft.com/office/drawing/2014/main" id="{0BF32095-AE30-88ED-8EAA-8CF240785349}"/>
              </a:ext>
            </a:extLst>
          </p:cNvPr>
          <p:cNvSpPr/>
          <p:nvPr/>
        </p:nvSpPr>
        <p:spPr>
          <a:xfrm>
            <a:off x="4072592" y="1901964"/>
            <a:ext cx="3294467" cy="46163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makeTree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num)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1" name="순서도: 종속 처리 40">
            <a:extLst>
              <a:ext uri="{FF2B5EF4-FFF2-40B4-BE49-F238E27FC236}">
                <a16:creationId xmlns:a16="http://schemas.microsoft.com/office/drawing/2014/main" id="{FA612DC6-D5F5-CE2B-F022-416626883EB2}"/>
              </a:ext>
            </a:extLst>
          </p:cNvPr>
          <p:cNvSpPr/>
          <p:nvPr/>
        </p:nvSpPr>
        <p:spPr>
          <a:xfrm>
            <a:off x="4081740" y="2878809"/>
            <a:ext cx="3311338" cy="46163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makeTree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num)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6F5CED29-3BD9-0F84-8CB1-4BE4062BF22F}"/>
              </a:ext>
            </a:extLst>
          </p:cNvPr>
          <p:cNvSpPr/>
          <p:nvPr/>
        </p:nvSpPr>
        <p:spPr>
          <a:xfrm>
            <a:off x="8498393" y="2367528"/>
            <a:ext cx="108515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node;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199F69A-F4C6-DE8E-D7BD-3E3F0EFA6430}"/>
              </a:ext>
            </a:extLst>
          </p:cNvPr>
          <p:cNvCxnSpPr>
            <a:stCxn id="2" idx="3"/>
            <a:endCxn id="41" idx="1"/>
          </p:cNvCxnSpPr>
          <p:nvPr/>
        </p:nvCxnSpPr>
        <p:spPr>
          <a:xfrm flipV="1">
            <a:off x="3877376" y="3109628"/>
            <a:ext cx="204364" cy="3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BA20814B-6468-716E-B6BE-7B6C8EBC229A}"/>
              </a:ext>
            </a:extLst>
          </p:cNvPr>
          <p:cNvCxnSpPr>
            <a:stCxn id="32" idx="3"/>
            <a:endCxn id="43" idx="1"/>
          </p:cNvCxnSpPr>
          <p:nvPr/>
        </p:nvCxnSpPr>
        <p:spPr>
          <a:xfrm>
            <a:off x="7367059" y="2132783"/>
            <a:ext cx="1131334" cy="465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0762DD7-71D8-AA37-708A-73EA785C53E0}"/>
              </a:ext>
            </a:extLst>
          </p:cNvPr>
          <p:cNvCxnSpPr>
            <a:stCxn id="41" idx="3"/>
            <a:endCxn id="43" idx="1"/>
          </p:cNvCxnSpPr>
          <p:nvPr/>
        </p:nvCxnSpPr>
        <p:spPr>
          <a:xfrm flipV="1">
            <a:off x="7393078" y="2598347"/>
            <a:ext cx="1105315" cy="511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828DA7-55B3-05EE-702C-31C07525386E}"/>
              </a:ext>
            </a:extLst>
          </p:cNvPr>
          <p:cNvSpPr txBox="1"/>
          <p:nvPr/>
        </p:nvSpPr>
        <p:spPr>
          <a:xfrm>
            <a:off x="3610507" y="279169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1636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298275" y="984773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1399182" y="3774119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750970" y="2922081"/>
            <a:ext cx="5376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inorder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ptr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FILE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ofp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69827" y="606982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557738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5979870" y="4082163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5979871" y="4449082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504032" y="974689"/>
            <a:ext cx="877652" cy="46339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1221856" y="3583535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83547" y="4235757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221856" y="4148149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221856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90421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69452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69452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90420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49713" y="5543753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2691106" y="6114280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219825" y="5553560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9514620" y="330177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719989" y="463203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0736536" y="34556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0728767" y="411148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0985162" y="3763442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1022206" y="4433898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302876" y="4632039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51586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51586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35702" y="5774572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6199517" y="4551732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3800016" y="4854242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4529515" y="4570790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6199517" y="4918651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6695774" y="5002250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6695774" y="5583174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1066712" y="4836969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4464330" y="5019523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0724795" y="5002250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5872900" y="5027043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841755" y="4444803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exists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43572C8E-3607-9A3F-14FE-BBD1B61A1C38}"/>
              </a:ext>
            </a:extLst>
          </p:cNvPr>
          <p:cNvSpPr/>
          <p:nvPr/>
        </p:nvSpPr>
        <p:spPr>
          <a:xfrm>
            <a:off x="9738626" y="2685003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(*last)-&gt;next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newqueue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 = (*last)-&gt;next;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AD39870-73D4-78DF-F11E-96EBE53EB547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1246542" y="1204906"/>
            <a:ext cx="257490" cy="1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stCxn id="21" idx="2"/>
          </p:cNvCxnSpPr>
          <p:nvPr/>
        </p:nvCxnSpPr>
        <p:spPr>
          <a:xfrm flipH="1">
            <a:off x="2067108" y="5229135"/>
            <a:ext cx="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2163008" y="88426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3771982" y="442878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8830729" y="2849000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8830728" y="377370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2" name="순서도: 종속 처리 31">
            <a:extLst>
              <a:ext uri="{FF2B5EF4-FFF2-40B4-BE49-F238E27FC236}">
                <a16:creationId xmlns:a16="http://schemas.microsoft.com/office/drawing/2014/main" id="{0C6C0F79-44F3-94A8-DF4D-B9F12D92258D}"/>
              </a:ext>
            </a:extLst>
          </p:cNvPr>
          <p:cNvSpPr/>
          <p:nvPr/>
        </p:nvSpPr>
        <p:spPr>
          <a:xfrm>
            <a:off x="2661687" y="973208"/>
            <a:ext cx="2743240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1" name="순서도: 판단 40">
            <a:extLst>
              <a:ext uri="{FF2B5EF4-FFF2-40B4-BE49-F238E27FC236}">
                <a16:creationId xmlns:a16="http://schemas.microsoft.com/office/drawing/2014/main" id="{97EF05D3-6AF6-C2CA-32D9-124CCDAE18A2}"/>
              </a:ext>
            </a:extLst>
          </p:cNvPr>
          <p:cNvSpPr/>
          <p:nvPr/>
        </p:nvSpPr>
        <p:spPr>
          <a:xfrm>
            <a:off x="2839650" y="1559431"/>
            <a:ext cx="2387314" cy="65310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!= root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02648CA1-0B5E-FF3A-B423-13E5AC166D22}"/>
              </a:ext>
            </a:extLst>
          </p:cNvPr>
          <p:cNvSpPr/>
          <p:nvPr/>
        </p:nvSpPr>
        <p:spPr>
          <a:xfrm>
            <a:off x="5499051" y="1655164"/>
            <a:ext cx="100354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-&gt;key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7" name="순서도: 종속 처리 46">
            <a:extLst>
              <a:ext uri="{FF2B5EF4-FFF2-40B4-BE49-F238E27FC236}">
                <a16:creationId xmlns:a16="http://schemas.microsoft.com/office/drawing/2014/main" id="{13128DB5-14AC-9294-57D7-57D4E480D434}"/>
              </a:ext>
            </a:extLst>
          </p:cNvPr>
          <p:cNvSpPr/>
          <p:nvPr/>
        </p:nvSpPr>
        <p:spPr>
          <a:xfrm>
            <a:off x="2591350" y="2350931"/>
            <a:ext cx="2883913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2E2C3D3-5D72-75FE-B8D5-3DCEEFF26A73}"/>
              </a:ext>
            </a:extLst>
          </p:cNvPr>
          <p:cNvCxnSpPr>
            <a:stCxn id="32" idx="2"/>
            <a:endCxn id="41" idx="0"/>
          </p:cNvCxnSpPr>
          <p:nvPr/>
        </p:nvCxnSpPr>
        <p:spPr>
          <a:xfrm>
            <a:off x="4033307" y="1436604"/>
            <a:ext cx="0" cy="122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67983C9-9244-2D89-83DC-860AB2EB3887}"/>
              </a:ext>
            </a:extLst>
          </p:cNvPr>
          <p:cNvCxnSpPr>
            <a:stCxn id="41" idx="2"/>
            <a:endCxn id="47" idx="0"/>
          </p:cNvCxnSpPr>
          <p:nvPr/>
        </p:nvCxnSpPr>
        <p:spPr>
          <a:xfrm>
            <a:off x="4033307" y="2212535"/>
            <a:ext cx="0" cy="138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817529F-4243-0906-2F54-C3B95DF585CD}"/>
              </a:ext>
            </a:extLst>
          </p:cNvPr>
          <p:cNvCxnSpPr>
            <a:stCxn id="41" idx="3"/>
            <a:endCxn id="43" idx="1"/>
          </p:cNvCxnSpPr>
          <p:nvPr/>
        </p:nvCxnSpPr>
        <p:spPr>
          <a:xfrm>
            <a:off x="5226964" y="1885983"/>
            <a:ext cx="2720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7644A41-5668-69DB-797B-8C8CAE834807}"/>
              </a:ext>
            </a:extLst>
          </p:cNvPr>
          <p:cNvCxnSpPr>
            <a:stCxn id="43" idx="2"/>
            <a:endCxn id="47" idx="0"/>
          </p:cNvCxnSpPr>
          <p:nvPr/>
        </p:nvCxnSpPr>
        <p:spPr>
          <a:xfrm flipH="1">
            <a:off x="4033307" y="2116802"/>
            <a:ext cx="1967517" cy="234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ED6BA92-F7AF-2083-7895-3EC17442A1EE}"/>
              </a:ext>
            </a:extLst>
          </p:cNvPr>
          <p:cNvSpPr txBox="1"/>
          <p:nvPr/>
        </p:nvSpPr>
        <p:spPr>
          <a:xfrm>
            <a:off x="5034816" y="159369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565476-866B-0CCC-E582-5091E09F3F15}"/>
              </a:ext>
            </a:extLst>
          </p:cNvPr>
          <p:cNvSpPr txBox="1"/>
          <p:nvPr/>
        </p:nvSpPr>
        <p:spPr>
          <a:xfrm>
            <a:off x="3472652" y="209470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1E84880-FEEF-9E0B-D582-E9A02D814402}"/>
              </a:ext>
            </a:extLst>
          </p:cNvPr>
          <p:cNvCxnSpPr>
            <a:stCxn id="18" idx="3"/>
            <a:endCxn id="32" idx="1"/>
          </p:cNvCxnSpPr>
          <p:nvPr/>
        </p:nvCxnSpPr>
        <p:spPr>
          <a:xfrm flipV="1">
            <a:off x="2381684" y="1204906"/>
            <a:ext cx="280003" cy="1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368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298275" y="984773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1399182" y="3774119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772408" y="2993836"/>
            <a:ext cx="5630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highlight>
                  <a:srgbClr val="1F1F1F"/>
                </a:highlight>
                <a:latin typeface="Consolas" panose="020B0609020204030204" pitchFamily="49" charset="0"/>
              </a:rPr>
              <a:t>post</a:t>
            </a:r>
            <a:r>
              <a:rPr lang="en-US" altLang="ko-KR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order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ptr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FILE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ofp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69827" y="606982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557738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5979870" y="4082163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5979871" y="4449082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504032" y="974689"/>
            <a:ext cx="877652" cy="46339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1221856" y="3583535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83547" y="4235757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221856" y="4148149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221856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90421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69452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69452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90420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49713" y="5543753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2691106" y="6114280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219825" y="5553560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9514620" y="330177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719989" y="463203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0736536" y="34556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0728767" y="411148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0985162" y="3763442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1022206" y="4433898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302876" y="4632039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51586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51586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35702" y="5774572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6199517" y="4551732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3800016" y="4854242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4529515" y="4570790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6199517" y="4918651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6695774" y="5002250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6695774" y="5583174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1066712" y="4836969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4464330" y="5019523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0724795" y="5002250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5872900" y="5027043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841755" y="4444803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exists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43572C8E-3607-9A3F-14FE-BBD1B61A1C38}"/>
              </a:ext>
            </a:extLst>
          </p:cNvPr>
          <p:cNvSpPr/>
          <p:nvPr/>
        </p:nvSpPr>
        <p:spPr>
          <a:xfrm>
            <a:off x="9738626" y="2685003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(*last)-&gt;next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newqueue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 = (*last)-&gt;next;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AD39870-73D4-78DF-F11E-96EBE53EB547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1246542" y="1204906"/>
            <a:ext cx="257490" cy="1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stCxn id="21" idx="2"/>
          </p:cNvCxnSpPr>
          <p:nvPr/>
        </p:nvCxnSpPr>
        <p:spPr>
          <a:xfrm flipH="1">
            <a:off x="2067108" y="5229135"/>
            <a:ext cx="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2163008" y="88426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3771982" y="442878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8830729" y="2849000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8830728" y="377370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2" name="순서도: 종속 처리 31">
            <a:extLst>
              <a:ext uri="{FF2B5EF4-FFF2-40B4-BE49-F238E27FC236}">
                <a16:creationId xmlns:a16="http://schemas.microsoft.com/office/drawing/2014/main" id="{0C6C0F79-44F3-94A8-DF4D-B9F12D92258D}"/>
              </a:ext>
            </a:extLst>
          </p:cNvPr>
          <p:cNvSpPr/>
          <p:nvPr/>
        </p:nvSpPr>
        <p:spPr>
          <a:xfrm>
            <a:off x="2661687" y="973208"/>
            <a:ext cx="3014836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postorder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1" name="순서도: 판단 40">
            <a:extLst>
              <a:ext uri="{FF2B5EF4-FFF2-40B4-BE49-F238E27FC236}">
                <a16:creationId xmlns:a16="http://schemas.microsoft.com/office/drawing/2014/main" id="{97EF05D3-6AF6-C2CA-32D9-124CCDAE18A2}"/>
              </a:ext>
            </a:extLst>
          </p:cNvPr>
          <p:cNvSpPr/>
          <p:nvPr/>
        </p:nvSpPr>
        <p:spPr>
          <a:xfrm>
            <a:off x="2814334" y="2206844"/>
            <a:ext cx="2387314" cy="65310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!= root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02648CA1-0B5E-FF3A-B423-13E5AC166D22}"/>
              </a:ext>
            </a:extLst>
          </p:cNvPr>
          <p:cNvSpPr/>
          <p:nvPr/>
        </p:nvSpPr>
        <p:spPr>
          <a:xfrm>
            <a:off x="5473735" y="2302577"/>
            <a:ext cx="100354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-&gt;key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7" name="순서도: 종속 처리 46">
            <a:extLst>
              <a:ext uri="{FF2B5EF4-FFF2-40B4-BE49-F238E27FC236}">
                <a16:creationId xmlns:a16="http://schemas.microsoft.com/office/drawing/2014/main" id="{13128DB5-14AC-9294-57D7-57D4E480D434}"/>
              </a:ext>
            </a:extLst>
          </p:cNvPr>
          <p:cNvSpPr/>
          <p:nvPr/>
        </p:nvSpPr>
        <p:spPr>
          <a:xfrm>
            <a:off x="2591350" y="1658807"/>
            <a:ext cx="3085173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postorder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817529F-4243-0906-2F54-C3B95DF585CD}"/>
              </a:ext>
            </a:extLst>
          </p:cNvPr>
          <p:cNvCxnSpPr>
            <a:stCxn id="41" idx="3"/>
            <a:endCxn id="43" idx="1"/>
          </p:cNvCxnSpPr>
          <p:nvPr/>
        </p:nvCxnSpPr>
        <p:spPr>
          <a:xfrm>
            <a:off x="5201648" y="2533396"/>
            <a:ext cx="2720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ED6BA92-F7AF-2083-7895-3EC17442A1EE}"/>
              </a:ext>
            </a:extLst>
          </p:cNvPr>
          <p:cNvSpPr txBox="1"/>
          <p:nvPr/>
        </p:nvSpPr>
        <p:spPr>
          <a:xfrm>
            <a:off x="5009500" y="224111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1E84880-FEEF-9E0B-D582-E9A02D814402}"/>
              </a:ext>
            </a:extLst>
          </p:cNvPr>
          <p:cNvCxnSpPr>
            <a:cxnSpLocks/>
            <a:stCxn id="18" idx="3"/>
            <a:endCxn id="32" idx="1"/>
          </p:cNvCxnSpPr>
          <p:nvPr/>
        </p:nvCxnSpPr>
        <p:spPr>
          <a:xfrm flipV="1">
            <a:off x="2381684" y="1204906"/>
            <a:ext cx="280003" cy="1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D8685E2-ED19-2CB1-A841-025C4DA3BE45}"/>
              </a:ext>
            </a:extLst>
          </p:cNvPr>
          <p:cNvCxnSpPr>
            <a:cxnSpLocks/>
            <a:stCxn id="32" idx="2"/>
            <a:endCxn id="47" idx="0"/>
          </p:cNvCxnSpPr>
          <p:nvPr/>
        </p:nvCxnSpPr>
        <p:spPr>
          <a:xfrm flipH="1">
            <a:off x="4133937" y="1436604"/>
            <a:ext cx="35168" cy="222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B2AFECF-3CF4-2A99-4014-EC4F580465C3}"/>
              </a:ext>
            </a:extLst>
          </p:cNvPr>
          <p:cNvCxnSpPr>
            <a:cxnSpLocks/>
            <a:stCxn id="47" idx="2"/>
            <a:endCxn id="41" idx="0"/>
          </p:cNvCxnSpPr>
          <p:nvPr/>
        </p:nvCxnSpPr>
        <p:spPr>
          <a:xfrm flipH="1">
            <a:off x="4007991" y="2122203"/>
            <a:ext cx="125946" cy="84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859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03799" y="197121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3142580" y="3725937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4969680" y="423453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4828722" y="659229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13931304" y="609984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12704208" y="4186010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12704209" y="4552929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2935430" y="316034"/>
            <a:ext cx="2295984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6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exists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2965254" y="3535353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14864670" y="4235757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4408469" y="4203814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6502979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8271544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15150575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15150575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8271543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16308608" y="6066220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15850001" y="6636747"/>
            <a:ext cx="2882134" cy="45718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12944163" y="5657407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13453439" y="521517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16444327" y="473588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2479934" y="340748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7753288" y="406329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2728560" y="3715260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cxnSpLocks/>
          </p:cNvCxnSpPr>
          <p:nvPr/>
        </p:nvCxnSpPr>
        <p:spPr>
          <a:xfrm>
            <a:off x="18046727" y="4385716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cxnSpLocks/>
          </p:cNvCxnSpPr>
          <p:nvPr/>
        </p:nvCxnSpPr>
        <p:spPr>
          <a:xfrm flipH="1">
            <a:off x="17027214" y="4735886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8032709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8032709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9194597" y="6297039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12923855" y="4655579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16958911" y="5376709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17688410" y="5093257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12923855" y="5022498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13420112" y="5106097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13420112" y="5687021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6347835" y="4836969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17623225" y="5541990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6005918" y="5002250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19031795" y="5549510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14000650" y="4967270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exists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43572C8E-3607-9A3F-14FE-BBD1B61A1C38}"/>
              </a:ext>
            </a:extLst>
          </p:cNvPr>
          <p:cNvSpPr/>
          <p:nvPr/>
        </p:nvSpPr>
        <p:spPr>
          <a:xfrm>
            <a:off x="14307428" y="2765265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(*last)-&gt;next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newqueue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 = (*last)-&gt;next;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34B877-F3E2-48FE-E8B4-A12D714941B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5231414" y="708200"/>
            <a:ext cx="272576" cy="3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cxnSpLocks/>
          </p:cNvCxnSpPr>
          <p:nvPr/>
        </p:nvCxnSpPr>
        <p:spPr>
          <a:xfrm flipH="1">
            <a:off x="16669218" y="5855449"/>
            <a:ext cx="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15006738" y="38145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16930877" y="495124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13399531" y="292926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14111851" y="377370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2" name="순서도: 종속 처리 31">
            <a:extLst>
              <a:ext uri="{FF2B5EF4-FFF2-40B4-BE49-F238E27FC236}">
                <a16:creationId xmlns:a16="http://schemas.microsoft.com/office/drawing/2014/main" id="{0C6C0F79-44F3-94A8-DF4D-B9F12D92258D}"/>
              </a:ext>
            </a:extLst>
          </p:cNvPr>
          <p:cNvSpPr/>
          <p:nvPr/>
        </p:nvSpPr>
        <p:spPr>
          <a:xfrm>
            <a:off x="13762019" y="518579"/>
            <a:ext cx="2743240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1" name="순서도: 판단 40">
            <a:extLst>
              <a:ext uri="{FF2B5EF4-FFF2-40B4-BE49-F238E27FC236}">
                <a16:creationId xmlns:a16="http://schemas.microsoft.com/office/drawing/2014/main" id="{97EF05D3-6AF6-C2CA-32D9-124CCDAE18A2}"/>
              </a:ext>
            </a:extLst>
          </p:cNvPr>
          <p:cNvSpPr/>
          <p:nvPr/>
        </p:nvSpPr>
        <p:spPr>
          <a:xfrm>
            <a:off x="15683380" y="1056620"/>
            <a:ext cx="2387314" cy="65310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 == key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02648CA1-0B5E-FF3A-B423-13E5AC166D22}"/>
              </a:ext>
            </a:extLst>
          </p:cNvPr>
          <p:cNvSpPr/>
          <p:nvPr/>
        </p:nvSpPr>
        <p:spPr>
          <a:xfrm>
            <a:off x="16599383" y="1200535"/>
            <a:ext cx="100354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exist = 1;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7" name="순서도: 종속 처리 46">
            <a:extLst>
              <a:ext uri="{FF2B5EF4-FFF2-40B4-BE49-F238E27FC236}">
                <a16:creationId xmlns:a16="http://schemas.microsoft.com/office/drawing/2014/main" id="{13128DB5-14AC-9294-57D7-57D4E480D434}"/>
              </a:ext>
            </a:extLst>
          </p:cNvPr>
          <p:cNvSpPr/>
          <p:nvPr/>
        </p:nvSpPr>
        <p:spPr>
          <a:xfrm>
            <a:off x="13691682" y="1896302"/>
            <a:ext cx="2883913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2E2C3D3-5D72-75FE-B8D5-3DCEEFF26A73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6877037" y="933793"/>
            <a:ext cx="0" cy="122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67983C9-9244-2D89-83DC-860AB2EB3887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16877037" y="1709724"/>
            <a:ext cx="0" cy="138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817529F-4243-0906-2F54-C3B95DF585CD}"/>
              </a:ext>
            </a:extLst>
          </p:cNvPr>
          <p:cNvCxnSpPr>
            <a:stCxn id="41" idx="3"/>
            <a:endCxn id="43" idx="1"/>
          </p:cNvCxnSpPr>
          <p:nvPr/>
        </p:nvCxnSpPr>
        <p:spPr>
          <a:xfrm flipH="1">
            <a:off x="16599383" y="1383172"/>
            <a:ext cx="1471311" cy="48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7644A41-5668-69DB-797B-8C8CAE834807}"/>
              </a:ext>
            </a:extLst>
          </p:cNvPr>
          <p:cNvCxnSpPr>
            <a:stCxn id="43" idx="2"/>
            <a:endCxn id="47" idx="0"/>
          </p:cNvCxnSpPr>
          <p:nvPr/>
        </p:nvCxnSpPr>
        <p:spPr>
          <a:xfrm flipH="1">
            <a:off x="15133639" y="1662173"/>
            <a:ext cx="1967517" cy="234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ED6BA92-F7AF-2083-7895-3EC17442A1EE}"/>
              </a:ext>
            </a:extLst>
          </p:cNvPr>
          <p:cNvSpPr txBox="1"/>
          <p:nvPr/>
        </p:nvSpPr>
        <p:spPr>
          <a:xfrm>
            <a:off x="16135148" y="113906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565476-866B-0CCC-E582-5091E09F3F15}"/>
              </a:ext>
            </a:extLst>
          </p:cNvPr>
          <p:cNvSpPr txBox="1"/>
          <p:nvPr/>
        </p:nvSpPr>
        <p:spPr>
          <a:xfrm>
            <a:off x="16316382" y="159189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200BD77E-AC97-C85A-4060-3E1C6C929F1E}"/>
              </a:ext>
            </a:extLst>
          </p:cNvPr>
          <p:cNvSpPr/>
          <p:nvPr/>
        </p:nvSpPr>
        <p:spPr>
          <a:xfrm>
            <a:off x="1197804" y="286539"/>
            <a:ext cx="2094658" cy="30777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(“input2.txt”, “r”);</a:t>
            </a:r>
          </a:p>
        </p:txBody>
      </p: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B271519F-3737-9C6E-B904-E55D4836F99B}"/>
              </a:ext>
            </a:extLst>
          </p:cNvPr>
          <p:cNvSpPr/>
          <p:nvPr/>
        </p:nvSpPr>
        <p:spPr>
          <a:xfrm>
            <a:off x="3438200" y="294631"/>
            <a:ext cx="1017265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num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E3011B04-0441-4CFA-AC93-F3669410B01D}"/>
              </a:ext>
            </a:extLst>
          </p:cNvPr>
          <p:cNvSpPr/>
          <p:nvPr/>
        </p:nvSpPr>
        <p:spPr>
          <a:xfrm>
            <a:off x="6827471" y="58170"/>
            <a:ext cx="3026504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!= NULL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1" name="순서도: 처리 50">
            <a:extLst>
              <a:ext uri="{FF2B5EF4-FFF2-40B4-BE49-F238E27FC236}">
                <a16:creationId xmlns:a16="http://schemas.microsoft.com/office/drawing/2014/main" id="{B69E1CBC-CA13-26BD-F9E5-E5D7DAC3C2BA}"/>
              </a:ext>
            </a:extLst>
          </p:cNvPr>
          <p:cNvSpPr/>
          <p:nvPr/>
        </p:nvSpPr>
        <p:spPr>
          <a:xfrm>
            <a:off x="12362949" y="1509011"/>
            <a:ext cx="4741737" cy="119123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4" name="순서도: 판단 53">
            <a:extLst>
              <a:ext uri="{FF2B5EF4-FFF2-40B4-BE49-F238E27FC236}">
                <a16:creationId xmlns:a16="http://schemas.microsoft.com/office/drawing/2014/main" id="{581E6E62-AA93-F049-8865-AEAE5222E21D}"/>
              </a:ext>
            </a:extLst>
          </p:cNvPr>
          <p:cNvSpPr/>
          <p:nvPr/>
        </p:nvSpPr>
        <p:spPr>
          <a:xfrm>
            <a:off x="12551137" y="1563321"/>
            <a:ext cx="1927573" cy="44026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buffer[0] = ‘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’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5" name="순서도: 종속 처리 54">
            <a:extLst>
              <a:ext uri="{FF2B5EF4-FFF2-40B4-BE49-F238E27FC236}">
                <a16:creationId xmlns:a16="http://schemas.microsoft.com/office/drawing/2014/main" id="{E7E78CA5-52FF-3482-060A-0E54562E81FF}"/>
              </a:ext>
            </a:extLst>
          </p:cNvPr>
          <p:cNvSpPr/>
          <p:nvPr/>
        </p:nvSpPr>
        <p:spPr>
          <a:xfrm>
            <a:off x="14892085" y="1660191"/>
            <a:ext cx="1914582" cy="307777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insert(&amp;root, num)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2" name="순서도: 판단 61">
            <a:extLst>
              <a:ext uri="{FF2B5EF4-FFF2-40B4-BE49-F238E27FC236}">
                <a16:creationId xmlns:a16="http://schemas.microsoft.com/office/drawing/2014/main" id="{2CD02925-BACE-2733-3C3E-B93915C034AF}"/>
              </a:ext>
            </a:extLst>
          </p:cNvPr>
          <p:cNvSpPr/>
          <p:nvPr/>
        </p:nvSpPr>
        <p:spPr>
          <a:xfrm>
            <a:off x="12489931" y="2131450"/>
            <a:ext cx="2087739" cy="44026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buffer[0] = ‘d’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4" name="순서도: 종속 처리 63">
            <a:extLst>
              <a:ext uri="{FF2B5EF4-FFF2-40B4-BE49-F238E27FC236}">
                <a16:creationId xmlns:a16="http://schemas.microsoft.com/office/drawing/2014/main" id="{AAD78333-4635-0035-C1A2-40D701C5BF44}"/>
              </a:ext>
            </a:extLst>
          </p:cNvPr>
          <p:cNvSpPr/>
          <p:nvPr/>
        </p:nvSpPr>
        <p:spPr>
          <a:xfrm>
            <a:off x="14732074" y="2188133"/>
            <a:ext cx="2205192" cy="307777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root = delete(&amp;root)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8" name="순서도: 처리 67">
            <a:extLst>
              <a:ext uri="{FF2B5EF4-FFF2-40B4-BE49-F238E27FC236}">
                <a16:creationId xmlns:a16="http://schemas.microsoft.com/office/drawing/2014/main" id="{97C9BF24-A165-C9C5-9447-E5DF2C012EB8}"/>
              </a:ext>
            </a:extLst>
          </p:cNvPr>
          <p:cNvSpPr/>
          <p:nvPr/>
        </p:nvSpPr>
        <p:spPr>
          <a:xfrm>
            <a:off x="13840945" y="2828104"/>
            <a:ext cx="1782257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B8EEC66C-C65D-A10F-B427-0B7B4176A818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14478710" y="1783454"/>
            <a:ext cx="413375" cy="30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D877414E-61CF-029A-D149-76FD90D33AA3}"/>
              </a:ext>
            </a:extLst>
          </p:cNvPr>
          <p:cNvCxnSpPr>
            <a:stCxn id="54" idx="2"/>
            <a:endCxn id="62" idx="0"/>
          </p:cNvCxnSpPr>
          <p:nvPr/>
        </p:nvCxnSpPr>
        <p:spPr>
          <a:xfrm>
            <a:off x="13514924" y="2003587"/>
            <a:ext cx="18877" cy="12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20D8B34C-A3E7-030F-DADF-5FDC58297734}"/>
              </a:ext>
            </a:extLst>
          </p:cNvPr>
          <p:cNvCxnSpPr>
            <a:stCxn id="62" idx="3"/>
            <a:endCxn id="64" idx="1"/>
          </p:cNvCxnSpPr>
          <p:nvPr/>
        </p:nvCxnSpPr>
        <p:spPr>
          <a:xfrm flipV="1">
            <a:off x="14577670" y="2342022"/>
            <a:ext cx="154404" cy="9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0590806E-F7C9-E892-95A3-8F3466A83F50}"/>
              </a:ext>
            </a:extLst>
          </p:cNvPr>
          <p:cNvCxnSpPr>
            <a:stCxn id="51" idx="2"/>
            <a:endCxn id="68" idx="0"/>
          </p:cNvCxnSpPr>
          <p:nvPr/>
        </p:nvCxnSpPr>
        <p:spPr>
          <a:xfrm flipH="1">
            <a:off x="14732074" y="2700241"/>
            <a:ext cx="1744" cy="12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BECB4C7-56B5-8858-EC03-BAEBCE8EDEA9}"/>
              </a:ext>
            </a:extLst>
          </p:cNvPr>
          <p:cNvSpPr txBox="1"/>
          <p:nvPr/>
        </p:nvSpPr>
        <p:spPr>
          <a:xfrm>
            <a:off x="14258790" y="148898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1CFEF19-907F-A7DF-407F-CE2A232DB12E}"/>
              </a:ext>
            </a:extLst>
          </p:cNvPr>
          <p:cNvSpPr txBox="1"/>
          <p:nvPr/>
        </p:nvSpPr>
        <p:spPr>
          <a:xfrm>
            <a:off x="14258790" y="200978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9A930EF-7C15-35CC-7267-A12138011195}"/>
              </a:ext>
            </a:extLst>
          </p:cNvPr>
          <p:cNvSpPr txBox="1"/>
          <p:nvPr/>
        </p:nvSpPr>
        <p:spPr>
          <a:xfrm>
            <a:off x="12901139" y="190529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71" name="순서도: 처리 70">
            <a:extLst>
              <a:ext uri="{FF2B5EF4-FFF2-40B4-BE49-F238E27FC236}">
                <a16:creationId xmlns:a16="http://schemas.microsoft.com/office/drawing/2014/main" id="{FA2AA991-2037-6C4B-803F-E8FB5D91BCF7}"/>
              </a:ext>
            </a:extLst>
          </p:cNvPr>
          <p:cNvSpPr/>
          <p:nvPr/>
        </p:nvSpPr>
        <p:spPr>
          <a:xfrm>
            <a:off x="4566087" y="86305"/>
            <a:ext cx="2094658" cy="8956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char buffer[100]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fgets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(buffer,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sizeof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(buffer,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char *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strtok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(buffer, “ “);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k = 0;</a:t>
            </a:r>
          </a:p>
        </p:txBody>
      </p:sp>
      <p:sp>
        <p:nvSpPr>
          <p:cNvPr id="73" name="순서도: 처리 72">
            <a:extLst>
              <a:ext uri="{FF2B5EF4-FFF2-40B4-BE49-F238E27FC236}">
                <a16:creationId xmlns:a16="http://schemas.microsoft.com/office/drawing/2014/main" id="{BFFEED5C-8274-5D76-6C33-6E04CE89C47E}"/>
              </a:ext>
            </a:extLst>
          </p:cNvPr>
          <p:cNvSpPr/>
          <p:nvPr/>
        </p:nvSpPr>
        <p:spPr>
          <a:xfrm>
            <a:off x="6827471" y="429633"/>
            <a:ext cx="3026504" cy="9208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75" name="순서도: 처리 74">
            <a:extLst>
              <a:ext uri="{FF2B5EF4-FFF2-40B4-BE49-F238E27FC236}">
                <a16:creationId xmlns:a16="http://schemas.microsoft.com/office/drawing/2014/main" id="{AAA35CB1-2AFE-2560-5E72-AC96F540EFA1}"/>
              </a:ext>
            </a:extLst>
          </p:cNvPr>
          <p:cNvSpPr/>
          <p:nvPr/>
        </p:nvSpPr>
        <p:spPr>
          <a:xfrm>
            <a:off x="7597525" y="550399"/>
            <a:ext cx="1381394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[k++]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atoi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7" name="순서도: 처리 76">
            <a:extLst>
              <a:ext uri="{FF2B5EF4-FFF2-40B4-BE49-F238E27FC236}">
                <a16:creationId xmlns:a16="http://schemas.microsoft.com/office/drawing/2014/main" id="{C7885034-A816-FF33-76D6-10333EA257D2}"/>
              </a:ext>
            </a:extLst>
          </p:cNvPr>
          <p:cNvSpPr/>
          <p:nvPr/>
        </p:nvSpPr>
        <p:spPr>
          <a:xfrm>
            <a:off x="7487498" y="969780"/>
            <a:ext cx="1612928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strtok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(NULL, “ ” 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9" name="순서도: 처리 78">
            <a:extLst>
              <a:ext uri="{FF2B5EF4-FFF2-40B4-BE49-F238E27FC236}">
                <a16:creationId xmlns:a16="http://schemas.microsoft.com/office/drawing/2014/main" id="{7FF8B8B9-658D-E7F0-7603-F3391FB99A9C}"/>
              </a:ext>
            </a:extLst>
          </p:cNvPr>
          <p:cNvSpPr/>
          <p:nvPr/>
        </p:nvSpPr>
        <p:spPr>
          <a:xfrm>
            <a:off x="10027214" y="537274"/>
            <a:ext cx="960111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ifp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3" name="순서도: 처리 82">
            <a:extLst>
              <a:ext uri="{FF2B5EF4-FFF2-40B4-BE49-F238E27FC236}">
                <a16:creationId xmlns:a16="http://schemas.microsoft.com/office/drawing/2014/main" id="{99FCD074-F19E-0AF5-2FE5-BBB061D023CA}"/>
              </a:ext>
            </a:extLst>
          </p:cNvPr>
          <p:cNvSpPr/>
          <p:nvPr/>
        </p:nvSpPr>
        <p:spPr>
          <a:xfrm>
            <a:off x="1042734" y="1522532"/>
            <a:ext cx="2167345" cy="30777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(“output2.txt”, “w”);</a:t>
            </a:r>
          </a:p>
        </p:txBody>
      </p:sp>
      <p:sp>
        <p:nvSpPr>
          <p:cNvPr id="87" name="순서도: 처리 86">
            <a:extLst>
              <a:ext uri="{FF2B5EF4-FFF2-40B4-BE49-F238E27FC236}">
                <a16:creationId xmlns:a16="http://schemas.microsoft.com/office/drawing/2014/main" id="{2C5ABB05-7812-5C0E-54CC-21BECF0CC269}"/>
              </a:ext>
            </a:extLst>
          </p:cNvPr>
          <p:cNvSpPr/>
          <p:nvPr/>
        </p:nvSpPr>
        <p:spPr>
          <a:xfrm>
            <a:off x="3334448" y="1524528"/>
            <a:ext cx="1017265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flag = 0;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8" name="순서도: 처리 87">
            <a:extLst>
              <a:ext uri="{FF2B5EF4-FFF2-40B4-BE49-F238E27FC236}">
                <a16:creationId xmlns:a16="http://schemas.microsoft.com/office/drawing/2014/main" id="{F333BBB7-2998-C5DC-9A75-D62AB9684CE3}"/>
              </a:ext>
            </a:extLst>
          </p:cNvPr>
          <p:cNvSpPr/>
          <p:nvPr/>
        </p:nvSpPr>
        <p:spPr>
          <a:xfrm>
            <a:off x="4723589" y="1545468"/>
            <a:ext cx="3030026" cy="29928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0 to num-1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89" name="순서도: 처리 88">
            <a:extLst>
              <a:ext uri="{FF2B5EF4-FFF2-40B4-BE49-F238E27FC236}">
                <a16:creationId xmlns:a16="http://schemas.microsoft.com/office/drawing/2014/main" id="{330769E9-0C48-42FF-F4E1-CE694E8F2DEB}"/>
              </a:ext>
            </a:extLst>
          </p:cNvPr>
          <p:cNvSpPr/>
          <p:nvPr/>
        </p:nvSpPr>
        <p:spPr>
          <a:xfrm>
            <a:off x="4723589" y="1851002"/>
            <a:ext cx="3026504" cy="107826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90" name="순서도: 처리 89">
            <a:extLst>
              <a:ext uri="{FF2B5EF4-FFF2-40B4-BE49-F238E27FC236}">
                <a16:creationId xmlns:a16="http://schemas.microsoft.com/office/drawing/2014/main" id="{ADA287ED-A818-756C-A94A-98D32FD95D98}"/>
              </a:ext>
            </a:extLst>
          </p:cNvPr>
          <p:cNvSpPr/>
          <p:nvPr/>
        </p:nvSpPr>
        <p:spPr>
          <a:xfrm>
            <a:off x="4881470" y="1920527"/>
            <a:ext cx="2716055" cy="2371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j i+1 to num-1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91" name="순서도: 처리 90">
            <a:extLst>
              <a:ext uri="{FF2B5EF4-FFF2-40B4-BE49-F238E27FC236}">
                <a16:creationId xmlns:a16="http://schemas.microsoft.com/office/drawing/2014/main" id="{58F74BF9-5999-1683-903A-D02FC278A3E7}"/>
              </a:ext>
            </a:extLst>
          </p:cNvPr>
          <p:cNvSpPr/>
          <p:nvPr/>
        </p:nvSpPr>
        <p:spPr>
          <a:xfrm>
            <a:off x="4881470" y="2155810"/>
            <a:ext cx="2716055" cy="67229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92" name="순서도: 판단 91">
            <a:extLst>
              <a:ext uri="{FF2B5EF4-FFF2-40B4-BE49-F238E27FC236}">
                <a16:creationId xmlns:a16="http://schemas.microsoft.com/office/drawing/2014/main" id="{7835EB18-68CE-00D3-111F-C46B7A847061}"/>
              </a:ext>
            </a:extLst>
          </p:cNvPr>
          <p:cNvSpPr/>
          <p:nvPr/>
        </p:nvSpPr>
        <p:spPr>
          <a:xfrm>
            <a:off x="5051401" y="2298412"/>
            <a:ext cx="1287597" cy="41184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==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[j]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3" name="순서도: 처리 92">
            <a:extLst>
              <a:ext uri="{FF2B5EF4-FFF2-40B4-BE49-F238E27FC236}">
                <a16:creationId xmlns:a16="http://schemas.microsoft.com/office/drawing/2014/main" id="{F70FECAC-D515-E02A-C3C2-DEE404905791}"/>
              </a:ext>
            </a:extLst>
          </p:cNvPr>
          <p:cNvSpPr/>
          <p:nvPr/>
        </p:nvSpPr>
        <p:spPr>
          <a:xfrm>
            <a:off x="6584584" y="2334545"/>
            <a:ext cx="701495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flag = 1;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4" name="순서도: 판단 93">
            <a:extLst>
              <a:ext uri="{FF2B5EF4-FFF2-40B4-BE49-F238E27FC236}">
                <a16:creationId xmlns:a16="http://schemas.microsoft.com/office/drawing/2014/main" id="{ECAE002D-63FA-7D79-E04B-DDBA8E7FB910}"/>
              </a:ext>
            </a:extLst>
          </p:cNvPr>
          <p:cNvSpPr/>
          <p:nvPr/>
        </p:nvSpPr>
        <p:spPr>
          <a:xfrm>
            <a:off x="8005510" y="1973018"/>
            <a:ext cx="1580415" cy="41184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flag == 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5" name="순서도: 처리 94">
            <a:extLst>
              <a:ext uri="{FF2B5EF4-FFF2-40B4-BE49-F238E27FC236}">
                <a16:creationId xmlns:a16="http://schemas.microsoft.com/office/drawing/2014/main" id="{9AD7870A-7043-3074-3166-449BB343FCCD}"/>
              </a:ext>
            </a:extLst>
          </p:cNvPr>
          <p:cNvSpPr/>
          <p:nvPr/>
        </p:nvSpPr>
        <p:spPr>
          <a:xfrm>
            <a:off x="9822717" y="1813139"/>
            <a:ext cx="1609945" cy="72752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cannot construct BST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0;</a:t>
            </a:r>
          </a:p>
        </p:txBody>
      </p:sp>
      <p:sp>
        <p:nvSpPr>
          <p:cNvPr id="96" name="순서도: 처리 95">
            <a:extLst>
              <a:ext uri="{FF2B5EF4-FFF2-40B4-BE49-F238E27FC236}">
                <a16:creationId xmlns:a16="http://schemas.microsoft.com/office/drawing/2014/main" id="{44876ED6-260E-E8E7-9636-D145C303E589}"/>
              </a:ext>
            </a:extLst>
          </p:cNvPr>
          <p:cNvSpPr/>
          <p:nvPr/>
        </p:nvSpPr>
        <p:spPr>
          <a:xfrm>
            <a:off x="613154" y="3283553"/>
            <a:ext cx="3026504" cy="68141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root = 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)malloc(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sizeof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(node));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root-&gt;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NULL;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root-&gt;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NULL;</a:t>
            </a:r>
          </a:p>
        </p:txBody>
      </p:sp>
      <p:sp>
        <p:nvSpPr>
          <p:cNvPr id="97" name="순서도: 처리 96">
            <a:extLst>
              <a:ext uri="{FF2B5EF4-FFF2-40B4-BE49-F238E27FC236}">
                <a16:creationId xmlns:a16="http://schemas.microsoft.com/office/drawing/2014/main" id="{AA2D44E4-5A91-6A94-39BE-9ADAE69EB5C2}"/>
              </a:ext>
            </a:extLst>
          </p:cNvPr>
          <p:cNvSpPr/>
          <p:nvPr/>
        </p:nvSpPr>
        <p:spPr>
          <a:xfrm>
            <a:off x="3892179" y="3284327"/>
            <a:ext cx="3030026" cy="26004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0 to num-1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98" name="순서도: 처리 97">
            <a:extLst>
              <a:ext uri="{FF2B5EF4-FFF2-40B4-BE49-F238E27FC236}">
                <a16:creationId xmlns:a16="http://schemas.microsoft.com/office/drawing/2014/main" id="{A98EDA5D-337A-18E5-F3BF-1A2434FA1C65}"/>
              </a:ext>
            </a:extLst>
          </p:cNvPr>
          <p:cNvSpPr/>
          <p:nvPr/>
        </p:nvSpPr>
        <p:spPr>
          <a:xfrm>
            <a:off x="3892179" y="3543206"/>
            <a:ext cx="3026504" cy="42855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03" name="순서도: 종속 처리 102">
            <a:extLst>
              <a:ext uri="{FF2B5EF4-FFF2-40B4-BE49-F238E27FC236}">
                <a16:creationId xmlns:a16="http://schemas.microsoft.com/office/drawing/2014/main" id="{1E89E242-6673-5CF6-8ECF-0277EAB78692}"/>
              </a:ext>
            </a:extLst>
          </p:cNvPr>
          <p:cNvSpPr/>
          <p:nvPr/>
        </p:nvSpPr>
        <p:spPr>
          <a:xfrm>
            <a:off x="4297242" y="3634652"/>
            <a:ext cx="2179944" cy="25114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makeTree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(root,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arr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]);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04" name="순서도: 종속 처리 103">
            <a:extLst>
              <a:ext uri="{FF2B5EF4-FFF2-40B4-BE49-F238E27FC236}">
                <a16:creationId xmlns:a16="http://schemas.microsoft.com/office/drawing/2014/main" id="{7C6A1495-ED83-B5C5-B275-05E53AB39092}"/>
              </a:ext>
            </a:extLst>
          </p:cNvPr>
          <p:cNvSpPr/>
          <p:nvPr/>
        </p:nvSpPr>
        <p:spPr>
          <a:xfrm>
            <a:off x="7038915" y="3479637"/>
            <a:ext cx="1856471" cy="25114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(root,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05" name="순서도: 종속 처리 104">
            <a:extLst>
              <a:ext uri="{FF2B5EF4-FFF2-40B4-BE49-F238E27FC236}">
                <a16:creationId xmlns:a16="http://schemas.microsoft.com/office/drawing/2014/main" id="{542E4046-A74B-2AD8-06DF-2C056F34F60C}"/>
              </a:ext>
            </a:extLst>
          </p:cNvPr>
          <p:cNvSpPr/>
          <p:nvPr/>
        </p:nvSpPr>
        <p:spPr>
          <a:xfrm>
            <a:off x="9012096" y="3480663"/>
            <a:ext cx="2072671" cy="25114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postorder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(root,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06" name="순서도: 처리 105">
            <a:extLst>
              <a:ext uri="{FF2B5EF4-FFF2-40B4-BE49-F238E27FC236}">
                <a16:creationId xmlns:a16="http://schemas.microsoft.com/office/drawing/2014/main" id="{7B62076C-B923-1486-104F-4BB804FD0AC5}"/>
              </a:ext>
            </a:extLst>
          </p:cNvPr>
          <p:cNvSpPr/>
          <p:nvPr/>
        </p:nvSpPr>
        <p:spPr>
          <a:xfrm>
            <a:off x="11210150" y="3435485"/>
            <a:ext cx="960111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57B6962-A62B-4069-48DD-A99C400349FD}"/>
              </a:ext>
            </a:extLst>
          </p:cNvPr>
          <p:cNvSpPr txBox="1"/>
          <p:nvPr/>
        </p:nvSpPr>
        <p:spPr>
          <a:xfrm>
            <a:off x="6052404" y="219957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6E4CDE2-A87A-7ED5-E8AD-EA7522C47C24}"/>
              </a:ext>
            </a:extLst>
          </p:cNvPr>
          <p:cNvSpPr txBox="1"/>
          <p:nvPr/>
        </p:nvSpPr>
        <p:spPr>
          <a:xfrm>
            <a:off x="9246651" y="186217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2B24A08-EA4F-79CA-7F47-DD207CABECC3}"/>
              </a:ext>
            </a:extLst>
          </p:cNvPr>
          <p:cNvSpPr txBox="1"/>
          <p:nvPr/>
        </p:nvSpPr>
        <p:spPr>
          <a:xfrm>
            <a:off x="8239497" y="231756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33F28029-B43B-0AA6-CF8A-CE223520EFD0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1052066" y="417254"/>
            <a:ext cx="145738" cy="23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2E5E1634-45A8-2BEE-4462-0FB7CC2C03DD}"/>
              </a:ext>
            </a:extLst>
          </p:cNvPr>
          <p:cNvCxnSpPr>
            <a:stCxn id="2" idx="3"/>
            <a:endCxn id="9" idx="1"/>
          </p:cNvCxnSpPr>
          <p:nvPr/>
        </p:nvCxnSpPr>
        <p:spPr>
          <a:xfrm>
            <a:off x="3292462" y="440428"/>
            <a:ext cx="145738" cy="8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79F71946-3AB0-3E37-A9D9-D54269428526}"/>
              </a:ext>
            </a:extLst>
          </p:cNvPr>
          <p:cNvCxnSpPr>
            <a:stCxn id="9" idx="3"/>
            <a:endCxn id="71" idx="1"/>
          </p:cNvCxnSpPr>
          <p:nvPr/>
        </p:nvCxnSpPr>
        <p:spPr>
          <a:xfrm>
            <a:off x="4455465" y="448520"/>
            <a:ext cx="110622" cy="85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1AAD85CE-C7AC-CA22-41E5-FAD7518C85DD}"/>
              </a:ext>
            </a:extLst>
          </p:cNvPr>
          <p:cNvCxnSpPr>
            <a:stCxn id="71" idx="3"/>
          </p:cNvCxnSpPr>
          <p:nvPr/>
        </p:nvCxnSpPr>
        <p:spPr>
          <a:xfrm>
            <a:off x="6660745" y="534140"/>
            <a:ext cx="180854" cy="16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AA3DB365-06B3-F5E1-27BB-ED51F38C17DE}"/>
              </a:ext>
            </a:extLst>
          </p:cNvPr>
          <p:cNvCxnSpPr>
            <a:endCxn id="79" idx="1"/>
          </p:cNvCxnSpPr>
          <p:nvPr/>
        </p:nvCxnSpPr>
        <p:spPr>
          <a:xfrm flipV="1">
            <a:off x="9822717" y="702555"/>
            <a:ext cx="204497" cy="5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3B3FD9A4-093A-A02B-B620-F1EE9BFFBB02}"/>
              </a:ext>
            </a:extLst>
          </p:cNvPr>
          <p:cNvCxnSpPr>
            <a:cxnSpLocks/>
            <a:stCxn id="75" idx="2"/>
            <a:endCxn id="77" idx="0"/>
          </p:cNvCxnSpPr>
          <p:nvPr/>
        </p:nvCxnSpPr>
        <p:spPr>
          <a:xfrm>
            <a:off x="8288222" y="858176"/>
            <a:ext cx="5740" cy="111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35652459-236C-F198-58ED-B000AB943A35}"/>
              </a:ext>
            </a:extLst>
          </p:cNvPr>
          <p:cNvCxnSpPr>
            <a:stCxn id="79" idx="3"/>
          </p:cNvCxnSpPr>
          <p:nvPr/>
        </p:nvCxnSpPr>
        <p:spPr>
          <a:xfrm flipH="1">
            <a:off x="2126406" y="702555"/>
            <a:ext cx="8860919" cy="704708"/>
          </a:xfrm>
          <a:prstGeom prst="bentConnector3">
            <a:avLst>
              <a:gd name="adj1" fmla="val -258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475AEB22-D652-AF7B-935E-E5D633B927A0}"/>
              </a:ext>
            </a:extLst>
          </p:cNvPr>
          <p:cNvCxnSpPr>
            <a:endCxn id="83" idx="0"/>
          </p:cNvCxnSpPr>
          <p:nvPr/>
        </p:nvCxnSpPr>
        <p:spPr>
          <a:xfrm>
            <a:off x="2126406" y="1408551"/>
            <a:ext cx="1" cy="113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F6DCE927-5633-67BA-328D-05F474CC78AB}"/>
              </a:ext>
            </a:extLst>
          </p:cNvPr>
          <p:cNvCxnSpPr>
            <a:stCxn id="83" idx="3"/>
            <a:endCxn id="87" idx="1"/>
          </p:cNvCxnSpPr>
          <p:nvPr/>
        </p:nvCxnSpPr>
        <p:spPr>
          <a:xfrm>
            <a:off x="3210079" y="1676421"/>
            <a:ext cx="124369" cy="1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899C9F3E-E96B-678D-6B36-4DB4E780EB55}"/>
              </a:ext>
            </a:extLst>
          </p:cNvPr>
          <p:cNvCxnSpPr>
            <a:stCxn id="87" idx="3"/>
            <a:endCxn id="88" idx="1"/>
          </p:cNvCxnSpPr>
          <p:nvPr/>
        </p:nvCxnSpPr>
        <p:spPr>
          <a:xfrm>
            <a:off x="4351713" y="1678417"/>
            <a:ext cx="371876" cy="16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3DC107AC-18A1-8FE2-1D35-B24D00289E9C}"/>
              </a:ext>
            </a:extLst>
          </p:cNvPr>
          <p:cNvCxnSpPr>
            <a:endCxn id="94" idx="1"/>
          </p:cNvCxnSpPr>
          <p:nvPr/>
        </p:nvCxnSpPr>
        <p:spPr>
          <a:xfrm>
            <a:off x="7750093" y="2176902"/>
            <a:ext cx="255417" cy="2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85659BF6-9C11-AC64-0512-4C686181C494}"/>
              </a:ext>
            </a:extLst>
          </p:cNvPr>
          <p:cNvCxnSpPr>
            <a:stCxn id="94" idx="3"/>
            <a:endCxn id="95" idx="1"/>
          </p:cNvCxnSpPr>
          <p:nvPr/>
        </p:nvCxnSpPr>
        <p:spPr>
          <a:xfrm flipV="1">
            <a:off x="9585925" y="2176903"/>
            <a:ext cx="236792" cy="2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연결선: 꺾임 137">
            <a:extLst>
              <a:ext uri="{FF2B5EF4-FFF2-40B4-BE49-F238E27FC236}">
                <a16:creationId xmlns:a16="http://schemas.microsoft.com/office/drawing/2014/main" id="{E560C452-5B8F-A2C1-D68F-31D3DA8F7067}"/>
              </a:ext>
            </a:extLst>
          </p:cNvPr>
          <p:cNvCxnSpPr>
            <a:stCxn id="94" idx="2"/>
          </p:cNvCxnSpPr>
          <p:nvPr/>
        </p:nvCxnSpPr>
        <p:spPr>
          <a:xfrm rot="5400000">
            <a:off x="5085552" y="-574286"/>
            <a:ext cx="751021" cy="666931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3FC0F2CB-77EA-D6DB-25E8-39DF8B687E73}"/>
              </a:ext>
            </a:extLst>
          </p:cNvPr>
          <p:cNvCxnSpPr>
            <a:endCxn id="96" idx="0"/>
          </p:cNvCxnSpPr>
          <p:nvPr/>
        </p:nvCxnSpPr>
        <p:spPr>
          <a:xfrm>
            <a:off x="2126406" y="3083150"/>
            <a:ext cx="0" cy="200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0126C9B9-87AE-4965-78CA-FD55103D7F60}"/>
              </a:ext>
            </a:extLst>
          </p:cNvPr>
          <p:cNvCxnSpPr>
            <a:stCxn id="96" idx="3"/>
            <a:endCxn id="98" idx="1"/>
          </p:cNvCxnSpPr>
          <p:nvPr/>
        </p:nvCxnSpPr>
        <p:spPr>
          <a:xfrm>
            <a:off x="3639658" y="3624259"/>
            <a:ext cx="252521" cy="10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04A76FF8-18AF-7081-BAEB-BA6740BFD542}"/>
              </a:ext>
            </a:extLst>
          </p:cNvPr>
          <p:cNvCxnSpPr>
            <a:endCxn id="104" idx="1"/>
          </p:cNvCxnSpPr>
          <p:nvPr/>
        </p:nvCxnSpPr>
        <p:spPr>
          <a:xfrm>
            <a:off x="6913532" y="3600766"/>
            <a:ext cx="125383" cy="4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4606E6F-13CF-B79E-22E2-FFFDDC4C4860}"/>
              </a:ext>
            </a:extLst>
          </p:cNvPr>
          <p:cNvCxnSpPr>
            <a:stCxn id="104" idx="3"/>
            <a:endCxn id="105" idx="1"/>
          </p:cNvCxnSpPr>
          <p:nvPr/>
        </p:nvCxnSpPr>
        <p:spPr>
          <a:xfrm>
            <a:off x="8895386" y="3605211"/>
            <a:ext cx="116710" cy="1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52FF5F7A-BF0E-4F44-D1E2-B6744C66D193}"/>
              </a:ext>
            </a:extLst>
          </p:cNvPr>
          <p:cNvCxnSpPr>
            <a:stCxn id="105" idx="3"/>
            <a:endCxn id="106" idx="1"/>
          </p:cNvCxnSpPr>
          <p:nvPr/>
        </p:nvCxnSpPr>
        <p:spPr>
          <a:xfrm flipV="1">
            <a:off x="11084767" y="3600766"/>
            <a:ext cx="125383" cy="5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D94E14FE-3141-B834-B157-B62BAA754331}"/>
              </a:ext>
            </a:extLst>
          </p:cNvPr>
          <p:cNvCxnSpPr>
            <a:stCxn id="92" idx="3"/>
            <a:endCxn id="93" idx="1"/>
          </p:cNvCxnSpPr>
          <p:nvPr/>
        </p:nvCxnSpPr>
        <p:spPr>
          <a:xfrm flipV="1">
            <a:off x="6338998" y="2488434"/>
            <a:ext cx="245586" cy="15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313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47781-C19B-B6C8-35CB-597747B7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927" y="2327091"/>
            <a:ext cx="7196090" cy="1325563"/>
          </a:xfrm>
        </p:spPr>
        <p:txBody>
          <a:bodyPr>
            <a:noAutofit/>
          </a:bodyPr>
          <a:lstStyle/>
          <a:p>
            <a:r>
              <a:rPr lang="en-US" altLang="ko-KR" sz="40000" dirty="0"/>
              <a:t>3</a:t>
            </a:r>
            <a:endParaRPr lang="ko-KR" altLang="en-US" sz="40000" dirty="0"/>
          </a:p>
        </p:txBody>
      </p:sp>
    </p:spTree>
    <p:extLst>
      <p:ext uri="{BB962C8B-B14F-4D97-AF65-F5344CB8AC3E}">
        <p14:creationId xmlns:p14="http://schemas.microsoft.com/office/powerpoint/2010/main" val="4152825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59EB4062-031E-A548-CAF0-6201B07DE202}"/>
              </a:ext>
            </a:extLst>
          </p:cNvPr>
          <p:cNvSpPr/>
          <p:nvPr/>
        </p:nvSpPr>
        <p:spPr>
          <a:xfrm>
            <a:off x="227504" y="230939"/>
            <a:ext cx="2198825" cy="5484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 *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846070D1-3B03-4934-4C4A-213AF68B76E1}"/>
              </a:ext>
            </a:extLst>
          </p:cNvPr>
          <p:cNvSpPr/>
          <p:nvPr/>
        </p:nvSpPr>
        <p:spPr>
          <a:xfrm>
            <a:off x="227504" y="945371"/>
            <a:ext cx="3046215" cy="18383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int key;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DA56DF7F-D8A4-110C-11F6-632F7A9F305A}"/>
              </a:ext>
            </a:extLst>
          </p:cNvPr>
          <p:cNvSpPr/>
          <p:nvPr/>
        </p:nvSpPr>
        <p:spPr>
          <a:xfrm>
            <a:off x="7650646" y="4172946"/>
            <a:ext cx="5065130" cy="17541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new_queue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q = 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)malloc(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sizeof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(queue));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q-&gt;next = NULL;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q-&gt;data = data;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return q;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D6266D3B-C8D7-807E-0BF6-80CF6FDE4D7D}"/>
              </a:ext>
            </a:extLst>
          </p:cNvPr>
          <p:cNvSpPr/>
          <p:nvPr/>
        </p:nvSpPr>
        <p:spPr>
          <a:xfrm>
            <a:off x="4917199" y="5342285"/>
            <a:ext cx="3046215" cy="12873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queue{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next;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data;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F1106C7E-B8E2-EE4E-9396-3F1BB1EA56DC}"/>
              </a:ext>
            </a:extLst>
          </p:cNvPr>
          <p:cNvSpPr/>
          <p:nvPr/>
        </p:nvSpPr>
        <p:spPr>
          <a:xfrm>
            <a:off x="3612800" y="945372"/>
            <a:ext cx="6264531" cy="19517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new_node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(int key){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)malloc(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sizeof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(node));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 = key;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NULL;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NULL;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return newnode;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6490B257-4EB1-0425-FFD9-9156B19A88EA}"/>
              </a:ext>
            </a:extLst>
          </p:cNvPr>
          <p:cNvSpPr/>
          <p:nvPr/>
        </p:nvSpPr>
        <p:spPr>
          <a:xfrm>
            <a:off x="227504" y="4402998"/>
            <a:ext cx="3046215" cy="22704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void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freeq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 q){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qpointer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*q;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while(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!= NULL){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	*q =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-&gt;next;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	free(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curq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*q;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}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205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92745" y="226078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1399182" y="3774119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524462" y="3792426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max_node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69827" y="606982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557738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5979870" y="4082163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5979871" y="4449082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5636075" y="149975"/>
            <a:ext cx="2295984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 == NULL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1221856" y="3583535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83547" y="4235757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221856" y="4148149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221856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90421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69452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69452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90420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49713" y="5543753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2691106" y="6114280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219825" y="5553560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12015056" y="2958144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719989" y="463203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0736536" y="34556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0728767" y="411148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0985162" y="3763442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1022206" y="4433898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302876" y="4632039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51586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51586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35702" y="5774572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6199517" y="4551732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3800016" y="4854242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4529515" y="4570790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6199517" y="4918651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6695774" y="5002250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6695774" y="5583174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1066712" y="4836969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4464330" y="5019523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0724795" y="5002250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5872900" y="5027043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4D84C981-FAE9-9E32-B857-122ABC0932C0}"/>
              </a:ext>
            </a:extLst>
          </p:cNvPr>
          <p:cNvSpPr/>
          <p:nvPr/>
        </p:nvSpPr>
        <p:spPr>
          <a:xfrm>
            <a:off x="8204635" y="315203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new_node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(num);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5558713" y="1066790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 &lt;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34B877-F3E2-48FE-E8B4-A12D714941BD}"/>
              </a:ext>
            </a:extLst>
          </p:cNvPr>
          <p:cNvCxnSpPr>
            <a:stCxn id="18" idx="3"/>
            <a:endCxn id="9" idx="1"/>
          </p:cNvCxnSpPr>
          <p:nvPr/>
        </p:nvCxnSpPr>
        <p:spPr>
          <a:xfrm>
            <a:off x="7932059" y="542141"/>
            <a:ext cx="272576" cy="3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F67CF02B-ACD1-F414-1557-93F2615C15EE}"/>
              </a:ext>
            </a:extLst>
          </p:cNvPr>
          <p:cNvCxnSpPr>
            <a:stCxn id="18" idx="2"/>
            <a:endCxn id="21" idx="0"/>
          </p:cNvCxnSpPr>
          <p:nvPr/>
        </p:nvCxnSpPr>
        <p:spPr>
          <a:xfrm>
            <a:off x="6784067" y="934307"/>
            <a:ext cx="0" cy="132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78FC7AE-DE58-6784-F573-471DE52FB026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009420" y="1458956"/>
            <a:ext cx="195215" cy="5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stCxn id="21" idx="2"/>
          </p:cNvCxnSpPr>
          <p:nvPr/>
        </p:nvCxnSpPr>
        <p:spPr>
          <a:xfrm flipH="1">
            <a:off x="6784066" y="1851122"/>
            <a:ext cx="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7707383" y="21539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7734542" y="113721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6231702" y="81797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6231701" y="174267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" name="순서도: 판단 1">
            <a:extLst>
              <a:ext uri="{FF2B5EF4-FFF2-40B4-BE49-F238E27FC236}">
                <a16:creationId xmlns:a16="http://schemas.microsoft.com/office/drawing/2014/main" id="{23F8B4A3-B851-70A0-86C1-CC9E8997CD09}"/>
              </a:ext>
            </a:extLst>
          </p:cNvPr>
          <p:cNvSpPr/>
          <p:nvPr/>
        </p:nvSpPr>
        <p:spPr>
          <a:xfrm>
            <a:off x="5558712" y="2051921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 &gt;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2" name="순서도: 종속 처리 31">
            <a:extLst>
              <a:ext uri="{FF2B5EF4-FFF2-40B4-BE49-F238E27FC236}">
                <a16:creationId xmlns:a16="http://schemas.microsoft.com/office/drawing/2014/main" id="{0BF32095-AE30-88ED-8EAA-8CF240785349}"/>
              </a:ext>
            </a:extLst>
          </p:cNvPr>
          <p:cNvSpPr/>
          <p:nvPr/>
        </p:nvSpPr>
        <p:spPr>
          <a:xfrm>
            <a:off x="8204635" y="1233094"/>
            <a:ext cx="3294467" cy="46163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makeTree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num)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1" name="순서도: 종속 처리 40">
            <a:extLst>
              <a:ext uri="{FF2B5EF4-FFF2-40B4-BE49-F238E27FC236}">
                <a16:creationId xmlns:a16="http://schemas.microsoft.com/office/drawing/2014/main" id="{FA612DC6-D5F5-CE2B-F022-416626883EB2}"/>
              </a:ext>
            </a:extLst>
          </p:cNvPr>
          <p:cNvSpPr/>
          <p:nvPr/>
        </p:nvSpPr>
        <p:spPr>
          <a:xfrm>
            <a:off x="8213783" y="2209939"/>
            <a:ext cx="3311338" cy="46163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makeTree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num)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6F5CED29-3BD9-0F84-8CB1-4BE4062BF22F}"/>
              </a:ext>
            </a:extLst>
          </p:cNvPr>
          <p:cNvSpPr/>
          <p:nvPr/>
        </p:nvSpPr>
        <p:spPr>
          <a:xfrm>
            <a:off x="12630436" y="1698658"/>
            <a:ext cx="108515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node;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199F69A-F4C6-DE8E-D7BD-3E3F0EFA6430}"/>
              </a:ext>
            </a:extLst>
          </p:cNvPr>
          <p:cNvCxnSpPr>
            <a:stCxn id="2" idx="3"/>
            <a:endCxn id="41" idx="1"/>
          </p:cNvCxnSpPr>
          <p:nvPr/>
        </p:nvCxnSpPr>
        <p:spPr>
          <a:xfrm flipV="1">
            <a:off x="8009419" y="2440758"/>
            <a:ext cx="204364" cy="3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BA20814B-6468-716E-B6BE-7B6C8EBC229A}"/>
              </a:ext>
            </a:extLst>
          </p:cNvPr>
          <p:cNvCxnSpPr>
            <a:stCxn id="32" idx="3"/>
            <a:endCxn id="43" idx="1"/>
          </p:cNvCxnSpPr>
          <p:nvPr/>
        </p:nvCxnSpPr>
        <p:spPr>
          <a:xfrm>
            <a:off x="11499102" y="1463913"/>
            <a:ext cx="1131334" cy="465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0762DD7-71D8-AA37-708A-73EA785C53E0}"/>
              </a:ext>
            </a:extLst>
          </p:cNvPr>
          <p:cNvCxnSpPr>
            <a:stCxn id="41" idx="3"/>
            <a:endCxn id="43" idx="1"/>
          </p:cNvCxnSpPr>
          <p:nvPr/>
        </p:nvCxnSpPr>
        <p:spPr>
          <a:xfrm flipV="1">
            <a:off x="11525121" y="1929477"/>
            <a:ext cx="1105315" cy="511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828DA7-55B3-05EE-702C-31C07525386E}"/>
              </a:ext>
            </a:extLst>
          </p:cNvPr>
          <p:cNvSpPr txBox="1"/>
          <p:nvPr/>
        </p:nvSpPr>
        <p:spPr>
          <a:xfrm>
            <a:off x="7742550" y="212282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674635D2-B905-1E05-37AC-5CE5B9B97841}"/>
              </a:ext>
            </a:extLst>
          </p:cNvPr>
          <p:cNvSpPr/>
          <p:nvPr/>
        </p:nvSpPr>
        <p:spPr>
          <a:xfrm>
            <a:off x="1462606" y="215392"/>
            <a:ext cx="2091877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treePointer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current = node;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7" name="순서도: 판단 46">
            <a:extLst>
              <a:ext uri="{FF2B5EF4-FFF2-40B4-BE49-F238E27FC236}">
                <a16:creationId xmlns:a16="http://schemas.microsoft.com/office/drawing/2014/main" id="{3390F4F6-DDE3-5041-F0B4-5754DA275D66}"/>
              </a:ext>
            </a:extLst>
          </p:cNvPr>
          <p:cNvSpPr/>
          <p:nvPr/>
        </p:nvSpPr>
        <p:spPr>
          <a:xfrm>
            <a:off x="1462606" y="851313"/>
            <a:ext cx="2091877" cy="369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 == NULL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1B30737A-DBF7-593B-8258-0E4F39509773}"/>
              </a:ext>
            </a:extLst>
          </p:cNvPr>
          <p:cNvSpPr/>
          <p:nvPr/>
        </p:nvSpPr>
        <p:spPr>
          <a:xfrm>
            <a:off x="3921753" y="799339"/>
            <a:ext cx="108515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-1;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1" name="순서도: 처리 60">
            <a:extLst>
              <a:ext uri="{FF2B5EF4-FFF2-40B4-BE49-F238E27FC236}">
                <a16:creationId xmlns:a16="http://schemas.microsoft.com/office/drawing/2014/main" id="{4D72BD3E-93D2-3C38-839A-0F7DD6DE52D8}"/>
              </a:ext>
            </a:extLst>
          </p:cNvPr>
          <p:cNvSpPr/>
          <p:nvPr/>
        </p:nvSpPr>
        <p:spPr>
          <a:xfrm>
            <a:off x="1331986" y="1380403"/>
            <a:ext cx="23687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current-&gt;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!= NULL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4" name="순서도: 처리 63">
            <a:extLst>
              <a:ext uri="{FF2B5EF4-FFF2-40B4-BE49-F238E27FC236}">
                <a16:creationId xmlns:a16="http://schemas.microsoft.com/office/drawing/2014/main" id="{20BA6BC6-2584-8027-A826-6AA5204CA121}"/>
              </a:ext>
            </a:extLst>
          </p:cNvPr>
          <p:cNvSpPr/>
          <p:nvPr/>
        </p:nvSpPr>
        <p:spPr>
          <a:xfrm>
            <a:off x="1331986" y="1741984"/>
            <a:ext cx="2368738" cy="68861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5" name="순서도: 처리 64">
            <a:extLst>
              <a:ext uri="{FF2B5EF4-FFF2-40B4-BE49-F238E27FC236}">
                <a16:creationId xmlns:a16="http://schemas.microsoft.com/office/drawing/2014/main" id="{02BCF862-7F67-74B5-968E-04E9A9C09B26}"/>
              </a:ext>
            </a:extLst>
          </p:cNvPr>
          <p:cNvSpPr/>
          <p:nvPr/>
        </p:nvSpPr>
        <p:spPr>
          <a:xfrm>
            <a:off x="1468653" y="1851144"/>
            <a:ext cx="209540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current = 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current-&gt;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rigthChild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E4918097-703D-82A1-9880-DD4599D35E94}"/>
              </a:ext>
            </a:extLst>
          </p:cNvPr>
          <p:cNvSpPr/>
          <p:nvPr/>
        </p:nvSpPr>
        <p:spPr>
          <a:xfrm>
            <a:off x="1607491" y="2574620"/>
            <a:ext cx="1817727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int max = current-&gt;key;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7" name="순서도: 처리 66">
            <a:extLst>
              <a:ext uri="{FF2B5EF4-FFF2-40B4-BE49-F238E27FC236}">
                <a16:creationId xmlns:a16="http://schemas.microsoft.com/office/drawing/2014/main" id="{6EE3012E-E967-DCF7-1BF4-76FF2AEE2434}"/>
              </a:ext>
            </a:extLst>
          </p:cNvPr>
          <p:cNvSpPr/>
          <p:nvPr/>
        </p:nvSpPr>
        <p:spPr>
          <a:xfrm>
            <a:off x="1973777" y="3224846"/>
            <a:ext cx="108515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max;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D83514EF-13FA-93CB-EE79-FC1BE2914FEE}"/>
              </a:ext>
            </a:extLst>
          </p:cNvPr>
          <p:cNvCxnSpPr>
            <a:stCxn id="4" idx="3"/>
            <a:endCxn id="39" idx="1"/>
          </p:cNvCxnSpPr>
          <p:nvPr/>
        </p:nvCxnSpPr>
        <p:spPr>
          <a:xfrm>
            <a:off x="1141012" y="446211"/>
            <a:ext cx="3215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C83720E5-775C-AAF6-407F-D570F08358B6}"/>
              </a:ext>
            </a:extLst>
          </p:cNvPr>
          <p:cNvCxnSpPr>
            <a:stCxn id="39" idx="2"/>
            <a:endCxn id="47" idx="0"/>
          </p:cNvCxnSpPr>
          <p:nvPr/>
        </p:nvCxnSpPr>
        <p:spPr>
          <a:xfrm>
            <a:off x="2508545" y="677030"/>
            <a:ext cx="0" cy="174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CD3D9862-E524-4930-B14A-ABF74A013A15}"/>
              </a:ext>
            </a:extLst>
          </p:cNvPr>
          <p:cNvCxnSpPr>
            <a:stCxn id="47" idx="3"/>
            <a:endCxn id="53" idx="1"/>
          </p:cNvCxnSpPr>
          <p:nvPr/>
        </p:nvCxnSpPr>
        <p:spPr>
          <a:xfrm flipV="1">
            <a:off x="3554483" y="1030158"/>
            <a:ext cx="367270" cy="5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AE7B3710-CA3F-DF9B-BACC-D5517BF5C889}"/>
              </a:ext>
            </a:extLst>
          </p:cNvPr>
          <p:cNvCxnSpPr>
            <a:stCxn id="47" idx="2"/>
            <a:endCxn id="61" idx="0"/>
          </p:cNvCxnSpPr>
          <p:nvPr/>
        </p:nvCxnSpPr>
        <p:spPr>
          <a:xfrm>
            <a:off x="2508545" y="1220645"/>
            <a:ext cx="7810" cy="159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D147DFD5-DE13-CE39-906D-81C615451B70}"/>
              </a:ext>
            </a:extLst>
          </p:cNvPr>
          <p:cNvCxnSpPr>
            <a:stCxn id="64" idx="2"/>
            <a:endCxn id="66" idx="0"/>
          </p:cNvCxnSpPr>
          <p:nvPr/>
        </p:nvCxnSpPr>
        <p:spPr>
          <a:xfrm>
            <a:off x="2516355" y="2430603"/>
            <a:ext cx="0" cy="144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3EF77500-E30C-4A17-4AB3-539F9A9F1BB9}"/>
              </a:ext>
            </a:extLst>
          </p:cNvPr>
          <p:cNvCxnSpPr>
            <a:stCxn id="66" idx="2"/>
            <a:endCxn id="67" idx="0"/>
          </p:cNvCxnSpPr>
          <p:nvPr/>
        </p:nvCxnSpPr>
        <p:spPr>
          <a:xfrm flipH="1">
            <a:off x="2516354" y="3036258"/>
            <a:ext cx="1" cy="188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7E162959-BC66-34E4-ABDA-5C44D963A5D8}"/>
              </a:ext>
            </a:extLst>
          </p:cNvPr>
          <p:cNvSpPr txBox="1"/>
          <p:nvPr/>
        </p:nvSpPr>
        <p:spPr>
          <a:xfrm>
            <a:off x="3204321" y="73794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D6D9B59-B669-205C-2D27-4E1A8B2239FB}"/>
              </a:ext>
            </a:extLst>
          </p:cNvPr>
          <p:cNvSpPr txBox="1"/>
          <p:nvPr/>
        </p:nvSpPr>
        <p:spPr>
          <a:xfrm>
            <a:off x="1956776" y="1113968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52636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92745" y="226078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1399182" y="3774119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17914" y="2567865"/>
            <a:ext cx="4996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altLang="ko-KR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da-DK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da-DK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min_node</a:t>
            </a:r>
            <a:r>
              <a:rPr lang="da-DK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da-DK" altLang="ko-KR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da-DK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da-DK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</a:t>
            </a:r>
            <a:r>
              <a:rPr lang="da-DK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69827" y="606982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557738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5979870" y="4082163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5979871" y="4449082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5636075" y="149975"/>
            <a:ext cx="2295984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 == NULL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1221856" y="3583535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83547" y="4235757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221856" y="4148149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221856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90421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69452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69452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90420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49713" y="5543753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2691106" y="6114280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219825" y="5553560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12015056" y="2958144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719989" y="463203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0736536" y="34556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0728767" y="411148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0985162" y="3763442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1022206" y="4433898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302876" y="4632039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51586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51586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35702" y="5774572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6199517" y="4551732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3800016" y="4854242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4529515" y="4570790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6199517" y="4918651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6695774" y="5002250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6695774" y="5583174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1066712" y="4836969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4464330" y="5019523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0724795" y="5002250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5872900" y="5027043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4D84C981-FAE9-9E32-B857-122ABC0932C0}"/>
              </a:ext>
            </a:extLst>
          </p:cNvPr>
          <p:cNvSpPr/>
          <p:nvPr/>
        </p:nvSpPr>
        <p:spPr>
          <a:xfrm>
            <a:off x="8204635" y="315203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new_node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(num);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5558713" y="1066790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 &lt;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34B877-F3E2-48FE-E8B4-A12D714941BD}"/>
              </a:ext>
            </a:extLst>
          </p:cNvPr>
          <p:cNvCxnSpPr>
            <a:stCxn id="18" idx="3"/>
            <a:endCxn id="9" idx="1"/>
          </p:cNvCxnSpPr>
          <p:nvPr/>
        </p:nvCxnSpPr>
        <p:spPr>
          <a:xfrm>
            <a:off x="7932059" y="542141"/>
            <a:ext cx="272576" cy="3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F67CF02B-ACD1-F414-1557-93F2615C15EE}"/>
              </a:ext>
            </a:extLst>
          </p:cNvPr>
          <p:cNvCxnSpPr>
            <a:stCxn id="18" idx="2"/>
            <a:endCxn id="21" idx="0"/>
          </p:cNvCxnSpPr>
          <p:nvPr/>
        </p:nvCxnSpPr>
        <p:spPr>
          <a:xfrm>
            <a:off x="6784067" y="934307"/>
            <a:ext cx="0" cy="132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78FC7AE-DE58-6784-F573-471DE52FB026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009420" y="1458956"/>
            <a:ext cx="195215" cy="5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stCxn id="21" idx="2"/>
          </p:cNvCxnSpPr>
          <p:nvPr/>
        </p:nvCxnSpPr>
        <p:spPr>
          <a:xfrm flipH="1">
            <a:off x="6784066" y="1851122"/>
            <a:ext cx="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7707383" y="21539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7734542" y="113721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6231702" y="81797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6231701" y="174267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" name="순서도: 판단 1">
            <a:extLst>
              <a:ext uri="{FF2B5EF4-FFF2-40B4-BE49-F238E27FC236}">
                <a16:creationId xmlns:a16="http://schemas.microsoft.com/office/drawing/2014/main" id="{23F8B4A3-B851-70A0-86C1-CC9E8997CD09}"/>
              </a:ext>
            </a:extLst>
          </p:cNvPr>
          <p:cNvSpPr/>
          <p:nvPr/>
        </p:nvSpPr>
        <p:spPr>
          <a:xfrm>
            <a:off x="5558712" y="2051921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 &gt;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2" name="순서도: 종속 처리 31">
            <a:extLst>
              <a:ext uri="{FF2B5EF4-FFF2-40B4-BE49-F238E27FC236}">
                <a16:creationId xmlns:a16="http://schemas.microsoft.com/office/drawing/2014/main" id="{0BF32095-AE30-88ED-8EAA-8CF240785349}"/>
              </a:ext>
            </a:extLst>
          </p:cNvPr>
          <p:cNvSpPr/>
          <p:nvPr/>
        </p:nvSpPr>
        <p:spPr>
          <a:xfrm>
            <a:off x="8204635" y="1233094"/>
            <a:ext cx="3294467" cy="46163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makeTree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num)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1" name="순서도: 종속 처리 40">
            <a:extLst>
              <a:ext uri="{FF2B5EF4-FFF2-40B4-BE49-F238E27FC236}">
                <a16:creationId xmlns:a16="http://schemas.microsoft.com/office/drawing/2014/main" id="{FA612DC6-D5F5-CE2B-F022-416626883EB2}"/>
              </a:ext>
            </a:extLst>
          </p:cNvPr>
          <p:cNvSpPr/>
          <p:nvPr/>
        </p:nvSpPr>
        <p:spPr>
          <a:xfrm>
            <a:off x="8213783" y="2209939"/>
            <a:ext cx="3311338" cy="46163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makeTree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num)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6F5CED29-3BD9-0F84-8CB1-4BE4062BF22F}"/>
              </a:ext>
            </a:extLst>
          </p:cNvPr>
          <p:cNvSpPr/>
          <p:nvPr/>
        </p:nvSpPr>
        <p:spPr>
          <a:xfrm>
            <a:off x="12630436" y="1698658"/>
            <a:ext cx="108515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node;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199F69A-F4C6-DE8E-D7BD-3E3F0EFA6430}"/>
              </a:ext>
            </a:extLst>
          </p:cNvPr>
          <p:cNvCxnSpPr>
            <a:stCxn id="2" idx="3"/>
            <a:endCxn id="41" idx="1"/>
          </p:cNvCxnSpPr>
          <p:nvPr/>
        </p:nvCxnSpPr>
        <p:spPr>
          <a:xfrm flipV="1">
            <a:off x="8009419" y="2440758"/>
            <a:ext cx="204364" cy="3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BA20814B-6468-716E-B6BE-7B6C8EBC229A}"/>
              </a:ext>
            </a:extLst>
          </p:cNvPr>
          <p:cNvCxnSpPr>
            <a:stCxn id="32" idx="3"/>
            <a:endCxn id="43" idx="1"/>
          </p:cNvCxnSpPr>
          <p:nvPr/>
        </p:nvCxnSpPr>
        <p:spPr>
          <a:xfrm>
            <a:off x="11499102" y="1463913"/>
            <a:ext cx="1131334" cy="465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0762DD7-71D8-AA37-708A-73EA785C53E0}"/>
              </a:ext>
            </a:extLst>
          </p:cNvPr>
          <p:cNvCxnSpPr>
            <a:stCxn id="41" idx="3"/>
            <a:endCxn id="43" idx="1"/>
          </p:cNvCxnSpPr>
          <p:nvPr/>
        </p:nvCxnSpPr>
        <p:spPr>
          <a:xfrm flipV="1">
            <a:off x="11525121" y="1929477"/>
            <a:ext cx="1105315" cy="511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828DA7-55B3-05EE-702C-31C07525386E}"/>
              </a:ext>
            </a:extLst>
          </p:cNvPr>
          <p:cNvSpPr txBox="1"/>
          <p:nvPr/>
        </p:nvSpPr>
        <p:spPr>
          <a:xfrm>
            <a:off x="7742550" y="212282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674635D2-B905-1E05-37AC-5CE5B9B97841}"/>
              </a:ext>
            </a:extLst>
          </p:cNvPr>
          <p:cNvSpPr/>
          <p:nvPr/>
        </p:nvSpPr>
        <p:spPr>
          <a:xfrm>
            <a:off x="1462606" y="215392"/>
            <a:ext cx="2091877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treePointer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current = node;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1" name="순서도: 처리 60">
            <a:extLst>
              <a:ext uri="{FF2B5EF4-FFF2-40B4-BE49-F238E27FC236}">
                <a16:creationId xmlns:a16="http://schemas.microsoft.com/office/drawing/2014/main" id="{4D72BD3E-93D2-3C38-839A-0F7DD6DE52D8}"/>
              </a:ext>
            </a:extLst>
          </p:cNvPr>
          <p:cNvSpPr/>
          <p:nvPr/>
        </p:nvSpPr>
        <p:spPr>
          <a:xfrm>
            <a:off x="1331986" y="855305"/>
            <a:ext cx="23687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current-&gt;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!= NULL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4" name="순서도: 처리 63">
            <a:extLst>
              <a:ext uri="{FF2B5EF4-FFF2-40B4-BE49-F238E27FC236}">
                <a16:creationId xmlns:a16="http://schemas.microsoft.com/office/drawing/2014/main" id="{20BA6BC6-2584-8027-A826-6AA5204CA121}"/>
              </a:ext>
            </a:extLst>
          </p:cNvPr>
          <p:cNvSpPr/>
          <p:nvPr/>
        </p:nvSpPr>
        <p:spPr>
          <a:xfrm>
            <a:off x="1331986" y="1216886"/>
            <a:ext cx="2368738" cy="68861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5" name="순서도: 처리 64">
            <a:extLst>
              <a:ext uri="{FF2B5EF4-FFF2-40B4-BE49-F238E27FC236}">
                <a16:creationId xmlns:a16="http://schemas.microsoft.com/office/drawing/2014/main" id="{02BCF862-7F67-74B5-968E-04E9A9C09B26}"/>
              </a:ext>
            </a:extLst>
          </p:cNvPr>
          <p:cNvSpPr/>
          <p:nvPr/>
        </p:nvSpPr>
        <p:spPr>
          <a:xfrm>
            <a:off x="1468653" y="1326046"/>
            <a:ext cx="209540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current = 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current-&gt;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7" name="순서도: 처리 66">
            <a:extLst>
              <a:ext uri="{FF2B5EF4-FFF2-40B4-BE49-F238E27FC236}">
                <a16:creationId xmlns:a16="http://schemas.microsoft.com/office/drawing/2014/main" id="{6EE3012E-E967-DCF7-1BF4-76FF2AEE2434}"/>
              </a:ext>
            </a:extLst>
          </p:cNvPr>
          <p:cNvSpPr/>
          <p:nvPr/>
        </p:nvSpPr>
        <p:spPr>
          <a:xfrm>
            <a:off x="1893273" y="2045952"/>
            <a:ext cx="1230541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current;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D83514EF-13FA-93CB-EE79-FC1BE2914FEE}"/>
              </a:ext>
            </a:extLst>
          </p:cNvPr>
          <p:cNvCxnSpPr>
            <a:stCxn id="4" idx="3"/>
            <a:endCxn id="39" idx="1"/>
          </p:cNvCxnSpPr>
          <p:nvPr/>
        </p:nvCxnSpPr>
        <p:spPr>
          <a:xfrm>
            <a:off x="1141012" y="446211"/>
            <a:ext cx="3215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C83720E5-775C-AAF6-407F-D570F08358B6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2508545" y="677030"/>
            <a:ext cx="0" cy="174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D147DFD5-DE13-CE39-906D-81C615451B70}"/>
              </a:ext>
            </a:extLst>
          </p:cNvPr>
          <p:cNvCxnSpPr>
            <a:cxnSpLocks/>
            <a:stCxn id="64" idx="2"/>
          </p:cNvCxnSpPr>
          <p:nvPr/>
        </p:nvCxnSpPr>
        <p:spPr>
          <a:xfrm>
            <a:off x="2516355" y="1905505"/>
            <a:ext cx="0" cy="144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8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03930" y="986579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1399182" y="3774119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1311888" y="4691340"/>
            <a:ext cx="7023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push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key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FILE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ofp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69827" y="766323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557738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5979870" y="5675571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5979871" y="6042490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504032" y="818845"/>
            <a:ext cx="2295984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 == NULL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1221856" y="3583535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83547" y="5829165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221856" y="4148149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221856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90421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69452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69452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90420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49713" y="7137161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2691106" y="7707688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219825" y="7146968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12015056" y="2958144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719989" y="622544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0736536" y="34556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0728767" y="570488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0985162" y="3763442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1022206" y="6027306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302876" y="6225447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51586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51586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35702" y="7367980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6199517" y="6145140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3800016" y="6447650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4529515" y="6164198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6199517" y="6512059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6695774" y="6595658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6695774" y="7176582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1066712" y="6430377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4464330" y="6612931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0724795" y="6595658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5872900" y="6620451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4D84C981-FAE9-9E32-B857-122ABC0932C0}"/>
              </a:ext>
            </a:extLst>
          </p:cNvPr>
          <p:cNvSpPr/>
          <p:nvPr/>
        </p:nvSpPr>
        <p:spPr>
          <a:xfrm>
            <a:off x="4072592" y="984073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“Push key”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new_node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(key);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1331986" y="1735660"/>
            <a:ext cx="2545391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key ==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AD39870-73D4-78DF-F11E-96EBE53EB547}"/>
              </a:ext>
            </a:extLst>
          </p:cNvPr>
          <p:cNvCxnSpPr>
            <a:stCxn id="4" idx="3"/>
            <a:endCxn id="18" idx="1"/>
          </p:cNvCxnSpPr>
          <p:nvPr/>
        </p:nvCxnSpPr>
        <p:spPr>
          <a:xfrm>
            <a:off x="1052197" y="1206712"/>
            <a:ext cx="451835" cy="4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34B877-F3E2-48FE-E8B4-A12D714941BD}"/>
              </a:ext>
            </a:extLst>
          </p:cNvPr>
          <p:cNvCxnSpPr>
            <a:stCxn id="18" idx="3"/>
            <a:endCxn id="9" idx="1"/>
          </p:cNvCxnSpPr>
          <p:nvPr/>
        </p:nvCxnSpPr>
        <p:spPr>
          <a:xfrm>
            <a:off x="3800016" y="1211011"/>
            <a:ext cx="272576" cy="3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F67CF02B-ACD1-F414-1557-93F2615C15EE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 flipH="1">
            <a:off x="2604682" y="1603177"/>
            <a:ext cx="47342" cy="132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78FC7AE-DE58-6784-F573-471DE52FB026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3877377" y="2127826"/>
            <a:ext cx="195215" cy="5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2604682" y="2519992"/>
            <a:ext cx="4734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3575340" y="88426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3602499" y="180608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2099659" y="148684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2099658" y="241154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" name="순서도: 판단 1">
            <a:extLst>
              <a:ext uri="{FF2B5EF4-FFF2-40B4-BE49-F238E27FC236}">
                <a16:creationId xmlns:a16="http://schemas.microsoft.com/office/drawing/2014/main" id="{23F8B4A3-B851-70A0-86C1-CC9E8997CD09}"/>
              </a:ext>
            </a:extLst>
          </p:cNvPr>
          <p:cNvSpPr/>
          <p:nvPr/>
        </p:nvSpPr>
        <p:spPr>
          <a:xfrm>
            <a:off x="1408562" y="2720791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key &lt;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1" name="순서도: 종속 처리 40">
            <a:extLst>
              <a:ext uri="{FF2B5EF4-FFF2-40B4-BE49-F238E27FC236}">
                <a16:creationId xmlns:a16="http://schemas.microsoft.com/office/drawing/2014/main" id="{FA612DC6-D5F5-CE2B-F022-416626883EB2}"/>
              </a:ext>
            </a:extLst>
          </p:cNvPr>
          <p:cNvSpPr/>
          <p:nvPr/>
        </p:nvSpPr>
        <p:spPr>
          <a:xfrm>
            <a:off x="4081740" y="2878809"/>
            <a:ext cx="3311338" cy="46163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push(node-&gt;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6F5CED29-3BD9-0F84-8CB1-4BE4062BF22F}"/>
              </a:ext>
            </a:extLst>
          </p:cNvPr>
          <p:cNvSpPr/>
          <p:nvPr/>
        </p:nvSpPr>
        <p:spPr>
          <a:xfrm>
            <a:off x="7562275" y="1883041"/>
            <a:ext cx="108515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node;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199F69A-F4C6-DE8E-D7BD-3E3F0EFA6430}"/>
              </a:ext>
            </a:extLst>
          </p:cNvPr>
          <p:cNvCxnSpPr>
            <a:stCxn id="2" idx="3"/>
            <a:endCxn id="41" idx="1"/>
          </p:cNvCxnSpPr>
          <p:nvPr/>
        </p:nvCxnSpPr>
        <p:spPr>
          <a:xfrm flipV="1">
            <a:off x="3859269" y="3109628"/>
            <a:ext cx="222471" cy="3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828DA7-55B3-05EE-702C-31C07525386E}"/>
              </a:ext>
            </a:extLst>
          </p:cNvPr>
          <p:cNvSpPr txBox="1"/>
          <p:nvPr/>
        </p:nvSpPr>
        <p:spPr>
          <a:xfrm>
            <a:off x="3610507" y="279169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61" name="순서도: 처리 60">
            <a:extLst>
              <a:ext uri="{FF2B5EF4-FFF2-40B4-BE49-F238E27FC236}">
                <a16:creationId xmlns:a16="http://schemas.microsoft.com/office/drawing/2014/main" id="{06D8430D-92D4-42D6-B3C1-3F9459172CEE}"/>
              </a:ext>
            </a:extLst>
          </p:cNvPr>
          <p:cNvSpPr/>
          <p:nvPr/>
        </p:nvSpPr>
        <p:spPr>
          <a:xfrm>
            <a:off x="4059583" y="1887052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“Exist number”</a:t>
            </a:r>
          </a:p>
        </p:txBody>
      </p:sp>
      <p:sp>
        <p:nvSpPr>
          <p:cNvPr id="64" name="순서도: 판단 63">
            <a:extLst>
              <a:ext uri="{FF2B5EF4-FFF2-40B4-BE49-F238E27FC236}">
                <a16:creationId xmlns:a16="http://schemas.microsoft.com/office/drawing/2014/main" id="{2EA39BE8-EC27-1D51-6D63-6866145A47D1}"/>
              </a:ext>
            </a:extLst>
          </p:cNvPr>
          <p:cNvSpPr/>
          <p:nvPr/>
        </p:nvSpPr>
        <p:spPr>
          <a:xfrm>
            <a:off x="1408562" y="3747211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key &gt;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5" name="순서도: 종속 처리 64">
            <a:extLst>
              <a:ext uri="{FF2B5EF4-FFF2-40B4-BE49-F238E27FC236}">
                <a16:creationId xmlns:a16="http://schemas.microsoft.com/office/drawing/2014/main" id="{6A0CD863-998B-3ABC-7F6C-78F659D968FA}"/>
              </a:ext>
            </a:extLst>
          </p:cNvPr>
          <p:cNvSpPr/>
          <p:nvPr/>
        </p:nvSpPr>
        <p:spPr>
          <a:xfrm>
            <a:off x="4081740" y="3908558"/>
            <a:ext cx="3311338" cy="46163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push(node-&gt;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6FD9047E-80E4-D7E7-C998-3E85C371D138}"/>
              </a:ext>
            </a:extLst>
          </p:cNvPr>
          <p:cNvSpPr/>
          <p:nvPr/>
        </p:nvSpPr>
        <p:spPr>
          <a:xfrm>
            <a:off x="7562275" y="3383175"/>
            <a:ext cx="108515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node;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4A0255AD-F0A5-CD0B-B3E7-F5132D49D301}"/>
              </a:ext>
            </a:extLst>
          </p:cNvPr>
          <p:cNvCxnSpPr/>
          <p:nvPr/>
        </p:nvCxnSpPr>
        <p:spPr>
          <a:xfrm flipV="1">
            <a:off x="3859133" y="4149179"/>
            <a:ext cx="222471" cy="3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57121CDF-D302-834B-3F23-CDB7E0CD4152}"/>
              </a:ext>
            </a:extLst>
          </p:cNvPr>
          <p:cNvCxnSpPr>
            <a:stCxn id="2" idx="2"/>
            <a:endCxn id="64" idx="0"/>
          </p:cNvCxnSpPr>
          <p:nvPr/>
        </p:nvCxnSpPr>
        <p:spPr>
          <a:xfrm>
            <a:off x="2633916" y="3505123"/>
            <a:ext cx="0" cy="242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3715ECF-1F22-02A0-3E49-8FB53D5E6E0A}"/>
              </a:ext>
            </a:extLst>
          </p:cNvPr>
          <p:cNvSpPr txBox="1"/>
          <p:nvPr/>
        </p:nvSpPr>
        <p:spPr>
          <a:xfrm>
            <a:off x="2092446" y="3419411"/>
            <a:ext cx="559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C2AD6E6-5495-F895-D65B-1F65B722F124}"/>
              </a:ext>
            </a:extLst>
          </p:cNvPr>
          <p:cNvSpPr txBox="1"/>
          <p:nvPr/>
        </p:nvSpPr>
        <p:spPr>
          <a:xfrm>
            <a:off x="3602458" y="385256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56807D9-0318-526A-FD31-C5BAF3725419}"/>
              </a:ext>
            </a:extLst>
          </p:cNvPr>
          <p:cNvCxnSpPr>
            <a:stCxn id="61" idx="3"/>
            <a:endCxn id="43" idx="1"/>
          </p:cNvCxnSpPr>
          <p:nvPr/>
        </p:nvCxnSpPr>
        <p:spPr>
          <a:xfrm flipV="1">
            <a:off x="7380069" y="2113860"/>
            <a:ext cx="182206" cy="4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595753D2-96AF-C1CA-8F26-5EFA0EB16E09}"/>
              </a:ext>
            </a:extLst>
          </p:cNvPr>
          <p:cNvCxnSpPr>
            <a:stCxn id="65" idx="3"/>
            <a:endCxn id="66" idx="1"/>
          </p:cNvCxnSpPr>
          <p:nvPr/>
        </p:nvCxnSpPr>
        <p:spPr>
          <a:xfrm flipV="1">
            <a:off x="7393078" y="3613994"/>
            <a:ext cx="169197" cy="525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F9912D0-8FB8-DC09-0D61-38460ADC270A}"/>
              </a:ext>
            </a:extLst>
          </p:cNvPr>
          <p:cNvCxnSpPr>
            <a:stCxn id="41" idx="3"/>
            <a:endCxn id="66" idx="1"/>
          </p:cNvCxnSpPr>
          <p:nvPr/>
        </p:nvCxnSpPr>
        <p:spPr>
          <a:xfrm>
            <a:off x="7393078" y="3109628"/>
            <a:ext cx="169197" cy="504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122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03930" y="986579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1399182" y="3774119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1384157" y="3187954"/>
            <a:ext cx="474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top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FILE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ofp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69827" y="766323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557738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5979870" y="5675571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5979871" y="6042490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504032" y="818845"/>
            <a:ext cx="2295984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 == NULL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1221856" y="3583535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83547" y="5829165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221856" y="4148149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221856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90421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69452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69452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90420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49713" y="7137161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2691106" y="7707688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219825" y="7146968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12015056" y="2958144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719989" y="622544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0736536" y="34556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0728767" y="570488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0985162" y="3763442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1022206" y="6027306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302876" y="6225447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51586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51586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35702" y="7367980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6199517" y="6145140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3800016" y="6447650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4529515" y="6164198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6199517" y="6512059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6695774" y="6595658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6695774" y="7176582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1066712" y="6430377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4464330" y="6612931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0724795" y="6595658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5872900" y="6620451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4D84C981-FAE9-9E32-B857-122ABC0932C0}"/>
              </a:ext>
            </a:extLst>
          </p:cNvPr>
          <p:cNvSpPr/>
          <p:nvPr/>
        </p:nvSpPr>
        <p:spPr>
          <a:xfrm>
            <a:off x="4072592" y="984073"/>
            <a:ext cx="1907278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“queue is empty”</a:t>
            </a:r>
          </a:p>
        </p:txBody>
      </p: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8191145" y="1505414"/>
            <a:ext cx="2545391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key ==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AD39870-73D4-78DF-F11E-96EBE53EB547}"/>
              </a:ext>
            </a:extLst>
          </p:cNvPr>
          <p:cNvCxnSpPr>
            <a:stCxn id="4" idx="3"/>
            <a:endCxn id="18" idx="1"/>
          </p:cNvCxnSpPr>
          <p:nvPr/>
        </p:nvCxnSpPr>
        <p:spPr>
          <a:xfrm>
            <a:off x="1052197" y="1206712"/>
            <a:ext cx="451835" cy="4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34B877-F3E2-48FE-E8B4-A12D714941BD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>
            <a:off x="3800016" y="1211011"/>
            <a:ext cx="272576" cy="3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F67CF02B-ACD1-F414-1557-93F2615C15EE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9463841" y="1372931"/>
            <a:ext cx="47342" cy="132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78FC7AE-DE58-6784-F573-471DE52FB026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0736536" y="1897580"/>
            <a:ext cx="195215" cy="5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9463841" y="2289746"/>
            <a:ext cx="4734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3575340" y="88426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10461658" y="157583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2099659" y="148684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8958817" y="218130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" name="순서도: 판단 1">
            <a:extLst>
              <a:ext uri="{FF2B5EF4-FFF2-40B4-BE49-F238E27FC236}">
                <a16:creationId xmlns:a16="http://schemas.microsoft.com/office/drawing/2014/main" id="{23F8B4A3-B851-70A0-86C1-CC9E8997CD09}"/>
              </a:ext>
            </a:extLst>
          </p:cNvPr>
          <p:cNvSpPr/>
          <p:nvPr/>
        </p:nvSpPr>
        <p:spPr>
          <a:xfrm>
            <a:off x="8267721" y="2490545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key &lt;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1" name="순서도: 종속 처리 40">
            <a:extLst>
              <a:ext uri="{FF2B5EF4-FFF2-40B4-BE49-F238E27FC236}">
                <a16:creationId xmlns:a16="http://schemas.microsoft.com/office/drawing/2014/main" id="{FA612DC6-D5F5-CE2B-F022-416626883EB2}"/>
              </a:ext>
            </a:extLst>
          </p:cNvPr>
          <p:cNvSpPr/>
          <p:nvPr/>
        </p:nvSpPr>
        <p:spPr>
          <a:xfrm>
            <a:off x="10940899" y="2648563"/>
            <a:ext cx="3311338" cy="46163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push(node-&gt;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6F5CED29-3BD9-0F84-8CB1-4BE4062BF22F}"/>
              </a:ext>
            </a:extLst>
          </p:cNvPr>
          <p:cNvSpPr/>
          <p:nvPr/>
        </p:nvSpPr>
        <p:spPr>
          <a:xfrm>
            <a:off x="14421434" y="1652795"/>
            <a:ext cx="108515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node;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199F69A-F4C6-DE8E-D7BD-3E3F0EFA6430}"/>
              </a:ext>
            </a:extLst>
          </p:cNvPr>
          <p:cNvCxnSpPr>
            <a:stCxn id="2" idx="3"/>
            <a:endCxn id="41" idx="1"/>
          </p:cNvCxnSpPr>
          <p:nvPr/>
        </p:nvCxnSpPr>
        <p:spPr>
          <a:xfrm flipV="1">
            <a:off x="10718428" y="2879382"/>
            <a:ext cx="222471" cy="3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828DA7-55B3-05EE-702C-31C07525386E}"/>
              </a:ext>
            </a:extLst>
          </p:cNvPr>
          <p:cNvSpPr txBox="1"/>
          <p:nvPr/>
        </p:nvSpPr>
        <p:spPr>
          <a:xfrm>
            <a:off x="10469666" y="2561450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61" name="순서도: 처리 60">
            <a:extLst>
              <a:ext uri="{FF2B5EF4-FFF2-40B4-BE49-F238E27FC236}">
                <a16:creationId xmlns:a16="http://schemas.microsoft.com/office/drawing/2014/main" id="{06D8430D-92D4-42D6-B3C1-3F9459172CEE}"/>
              </a:ext>
            </a:extLst>
          </p:cNvPr>
          <p:cNvSpPr/>
          <p:nvPr/>
        </p:nvSpPr>
        <p:spPr>
          <a:xfrm>
            <a:off x="10918742" y="1656806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“Exist number”</a:t>
            </a:r>
          </a:p>
        </p:txBody>
      </p:sp>
      <p:sp>
        <p:nvSpPr>
          <p:cNvPr id="64" name="순서도: 판단 63">
            <a:extLst>
              <a:ext uri="{FF2B5EF4-FFF2-40B4-BE49-F238E27FC236}">
                <a16:creationId xmlns:a16="http://schemas.microsoft.com/office/drawing/2014/main" id="{2EA39BE8-EC27-1D51-6D63-6866145A47D1}"/>
              </a:ext>
            </a:extLst>
          </p:cNvPr>
          <p:cNvSpPr/>
          <p:nvPr/>
        </p:nvSpPr>
        <p:spPr>
          <a:xfrm>
            <a:off x="8267721" y="3516965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key &gt;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5" name="순서도: 종속 처리 64">
            <a:extLst>
              <a:ext uri="{FF2B5EF4-FFF2-40B4-BE49-F238E27FC236}">
                <a16:creationId xmlns:a16="http://schemas.microsoft.com/office/drawing/2014/main" id="{6A0CD863-998B-3ABC-7F6C-78F659D968FA}"/>
              </a:ext>
            </a:extLst>
          </p:cNvPr>
          <p:cNvSpPr/>
          <p:nvPr/>
        </p:nvSpPr>
        <p:spPr>
          <a:xfrm>
            <a:off x="10940899" y="3678312"/>
            <a:ext cx="3311338" cy="46163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push(node-&gt;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6FD9047E-80E4-D7E7-C998-3E85C371D138}"/>
              </a:ext>
            </a:extLst>
          </p:cNvPr>
          <p:cNvSpPr/>
          <p:nvPr/>
        </p:nvSpPr>
        <p:spPr>
          <a:xfrm>
            <a:off x="14421434" y="3152929"/>
            <a:ext cx="108515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node;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4A0255AD-F0A5-CD0B-B3E7-F5132D49D301}"/>
              </a:ext>
            </a:extLst>
          </p:cNvPr>
          <p:cNvCxnSpPr/>
          <p:nvPr/>
        </p:nvCxnSpPr>
        <p:spPr>
          <a:xfrm flipV="1">
            <a:off x="10718292" y="3918933"/>
            <a:ext cx="222471" cy="3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57121CDF-D302-834B-3F23-CDB7E0CD4152}"/>
              </a:ext>
            </a:extLst>
          </p:cNvPr>
          <p:cNvCxnSpPr>
            <a:stCxn id="2" idx="2"/>
            <a:endCxn id="64" idx="0"/>
          </p:cNvCxnSpPr>
          <p:nvPr/>
        </p:nvCxnSpPr>
        <p:spPr>
          <a:xfrm>
            <a:off x="9493075" y="3274877"/>
            <a:ext cx="0" cy="242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3715ECF-1F22-02A0-3E49-8FB53D5E6E0A}"/>
              </a:ext>
            </a:extLst>
          </p:cNvPr>
          <p:cNvSpPr txBox="1"/>
          <p:nvPr/>
        </p:nvSpPr>
        <p:spPr>
          <a:xfrm>
            <a:off x="8951605" y="3189165"/>
            <a:ext cx="559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C2AD6E6-5495-F895-D65B-1F65B722F124}"/>
              </a:ext>
            </a:extLst>
          </p:cNvPr>
          <p:cNvSpPr txBox="1"/>
          <p:nvPr/>
        </p:nvSpPr>
        <p:spPr>
          <a:xfrm>
            <a:off x="10461617" y="362232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56807D9-0318-526A-FD31-C5BAF3725419}"/>
              </a:ext>
            </a:extLst>
          </p:cNvPr>
          <p:cNvCxnSpPr>
            <a:stCxn id="61" idx="3"/>
            <a:endCxn id="43" idx="1"/>
          </p:cNvCxnSpPr>
          <p:nvPr/>
        </p:nvCxnSpPr>
        <p:spPr>
          <a:xfrm flipV="1">
            <a:off x="14239228" y="1883614"/>
            <a:ext cx="182206" cy="4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595753D2-96AF-C1CA-8F26-5EFA0EB16E09}"/>
              </a:ext>
            </a:extLst>
          </p:cNvPr>
          <p:cNvCxnSpPr>
            <a:stCxn id="65" idx="3"/>
            <a:endCxn id="66" idx="1"/>
          </p:cNvCxnSpPr>
          <p:nvPr/>
        </p:nvCxnSpPr>
        <p:spPr>
          <a:xfrm flipV="1">
            <a:off x="14252237" y="3383748"/>
            <a:ext cx="169197" cy="525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F9912D0-8FB8-DC09-0D61-38460ADC270A}"/>
              </a:ext>
            </a:extLst>
          </p:cNvPr>
          <p:cNvCxnSpPr>
            <a:stCxn id="41" idx="3"/>
            <a:endCxn id="66" idx="1"/>
          </p:cNvCxnSpPr>
          <p:nvPr/>
        </p:nvCxnSpPr>
        <p:spPr>
          <a:xfrm>
            <a:off x="14252237" y="2879382"/>
            <a:ext cx="169197" cy="504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CC7FDD89-250B-309B-0AEB-6BBD3D7042B7}"/>
              </a:ext>
            </a:extLst>
          </p:cNvPr>
          <p:cNvSpPr/>
          <p:nvPr/>
        </p:nvSpPr>
        <p:spPr>
          <a:xfrm>
            <a:off x="6199517" y="984073"/>
            <a:ext cx="108515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-1;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7" name="순서도: 처리 46">
            <a:extLst>
              <a:ext uri="{FF2B5EF4-FFF2-40B4-BE49-F238E27FC236}">
                <a16:creationId xmlns:a16="http://schemas.microsoft.com/office/drawing/2014/main" id="{6D4BB9C2-1DFF-0D3B-89AD-3585E4D0CAD2}"/>
              </a:ext>
            </a:extLst>
          </p:cNvPr>
          <p:cNvSpPr/>
          <p:nvPr/>
        </p:nvSpPr>
        <p:spPr>
          <a:xfrm>
            <a:off x="1705597" y="1861670"/>
            <a:ext cx="1907278" cy="60094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“The top is %d”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maxnode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(node)</a:t>
            </a: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69C1C070-A717-70CE-698B-6F5C2D0E50F1}"/>
              </a:ext>
            </a:extLst>
          </p:cNvPr>
          <p:cNvSpPr/>
          <p:nvPr/>
        </p:nvSpPr>
        <p:spPr>
          <a:xfrm>
            <a:off x="2116659" y="2669923"/>
            <a:ext cx="108515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0;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97A1B8B1-7219-FA8B-8B19-AE0258CE7168}"/>
              </a:ext>
            </a:extLst>
          </p:cNvPr>
          <p:cNvCxnSpPr>
            <a:stCxn id="18" idx="2"/>
            <a:endCxn id="47" idx="0"/>
          </p:cNvCxnSpPr>
          <p:nvPr/>
        </p:nvCxnSpPr>
        <p:spPr>
          <a:xfrm>
            <a:off x="2652024" y="1603177"/>
            <a:ext cx="7212" cy="2584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0CE6C6C3-8C49-54C2-22FA-168797956C74}"/>
              </a:ext>
            </a:extLst>
          </p:cNvPr>
          <p:cNvCxnSpPr>
            <a:stCxn id="47" idx="2"/>
            <a:endCxn id="53" idx="0"/>
          </p:cNvCxnSpPr>
          <p:nvPr/>
        </p:nvCxnSpPr>
        <p:spPr>
          <a:xfrm>
            <a:off x="2659236" y="2462615"/>
            <a:ext cx="0" cy="2073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C01A8D4F-57E9-BF3F-5A7E-DDF28CF1779D}"/>
              </a:ext>
            </a:extLst>
          </p:cNvPr>
          <p:cNvCxnSpPr>
            <a:stCxn id="9" idx="3"/>
            <a:endCxn id="39" idx="1"/>
          </p:cNvCxnSpPr>
          <p:nvPr/>
        </p:nvCxnSpPr>
        <p:spPr>
          <a:xfrm>
            <a:off x="5979870" y="1214892"/>
            <a:ext cx="2196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451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24032" y="99339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4996894" y="3647984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1310962" y="4486657"/>
            <a:ext cx="7023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pop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treePointer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key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FILE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ofp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69827" y="766323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557738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5979870" y="5675571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5979871" y="6042490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224242" y="54819"/>
            <a:ext cx="2460518" cy="577315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max_node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(node) == -1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4819568" y="3457400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83547" y="5829165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4819568" y="4022014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4819568" y="4293066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6588133" y="4109622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13467164" y="4918055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69452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90420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49713" y="7137161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2691106" y="7707688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219825" y="7146968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15612768" y="283200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719989" y="622544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4334248" y="3329530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0728767" y="570488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4582874" y="3637307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1022206" y="6027306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302876" y="6225447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6349298" y="4340442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51586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35702" y="7367980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6199517" y="6145140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3800016" y="6447650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4529515" y="6164198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6199517" y="6512059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6695774" y="6595658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6695774" y="7176582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1066712" y="6430377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fclosec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4464330" y="6612931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0724795" y="6595658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5872900" y="6620451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4D84C981-FAE9-9E32-B857-122ABC0932C0}"/>
              </a:ext>
            </a:extLst>
          </p:cNvPr>
          <p:cNvSpPr/>
          <p:nvPr/>
        </p:nvSpPr>
        <p:spPr>
          <a:xfrm>
            <a:off x="13962462" y="1066684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“Push key”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new_node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(key);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11221856" y="1818271"/>
            <a:ext cx="2545391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key ==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78FC7AE-DE58-6784-F573-471DE52FB026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3767247" y="2210437"/>
            <a:ext cx="195215" cy="5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2494552" y="2602603"/>
            <a:ext cx="4734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13465210" y="96687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13492369" y="1888694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11989529" y="156945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11989528" y="2494158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" name="순서도: 판단 1">
            <a:extLst>
              <a:ext uri="{FF2B5EF4-FFF2-40B4-BE49-F238E27FC236}">
                <a16:creationId xmlns:a16="http://schemas.microsoft.com/office/drawing/2014/main" id="{23F8B4A3-B851-70A0-86C1-CC9E8997CD09}"/>
              </a:ext>
            </a:extLst>
          </p:cNvPr>
          <p:cNvSpPr/>
          <p:nvPr/>
        </p:nvSpPr>
        <p:spPr>
          <a:xfrm>
            <a:off x="11298432" y="2803402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key &lt;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1" name="순서도: 종속 처리 40">
            <a:extLst>
              <a:ext uri="{FF2B5EF4-FFF2-40B4-BE49-F238E27FC236}">
                <a16:creationId xmlns:a16="http://schemas.microsoft.com/office/drawing/2014/main" id="{FA612DC6-D5F5-CE2B-F022-416626883EB2}"/>
              </a:ext>
            </a:extLst>
          </p:cNvPr>
          <p:cNvSpPr/>
          <p:nvPr/>
        </p:nvSpPr>
        <p:spPr>
          <a:xfrm>
            <a:off x="13971610" y="2961420"/>
            <a:ext cx="3311338" cy="46163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push(node-&gt;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6F5CED29-3BD9-0F84-8CB1-4BE4062BF22F}"/>
              </a:ext>
            </a:extLst>
          </p:cNvPr>
          <p:cNvSpPr/>
          <p:nvPr/>
        </p:nvSpPr>
        <p:spPr>
          <a:xfrm>
            <a:off x="17452145" y="1965652"/>
            <a:ext cx="108515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node;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199F69A-F4C6-DE8E-D7BD-3E3F0EFA6430}"/>
              </a:ext>
            </a:extLst>
          </p:cNvPr>
          <p:cNvCxnSpPr>
            <a:stCxn id="2" idx="3"/>
            <a:endCxn id="41" idx="1"/>
          </p:cNvCxnSpPr>
          <p:nvPr/>
        </p:nvCxnSpPr>
        <p:spPr>
          <a:xfrm flipV="1">
            <a:off x="13749139" y="3192239"/>
            <a:ext cx="222471" cy="3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828DA7-55B3-05EE-702C-31C07525386E}"/>
              </a:ext>
            </a:extLst>
          </p:cNvPr>
          <p:cNvSpPr txBox="1"/>
          <p:nvPr/>
        </p:nvSpPr>
        <p:spPr>
          <a:xfrm>
            <a:off x="13500377" y="287430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61" name="순서도: 처리 60">
            <a:extLst>
              <a:ext uri="{FF2B5EF4-FFF2-40B4-BE49-F238E27FC236}">
                <a16:creationId xmlns:a16="http://schemas.microsoft.com/office/drawing/2014/main" id="{06D8430D-92D4-42D6-B3C1-3F9459172CEE}"/>
              </a:ext>
            </a:extLst>
          </p:cNvPr>
          <p:cNvSpPr/>
          <p:nvPr/>
        </p:nvSpPr>
        <p:spPr>
          <a:xfrm>
            <a:off x="13949453" y="1969663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“Exist number”</a:t>
            </a:r>
          </a:p>
        </p:txBody>
      </p:sp>
      <p:sp>
        <p:nvSpPr>
          <p:cNvPr id="64" name="순서도: 판단 63">
            <a:extLst>
              <a:ext uri="{FF2B5EF4-FFF2-40B4-BE49-F238E27FC236}">
                <a16:creationId xmlns:a16="http://schemas.microsoft.com/office/drawing/2014/main" id="{2EA39BE8-EC27-1D51-6D63-6866145A47D1}"/>
              </a:ext>
            </a:extLst>
          </p:cNvPr>
          <p:cNvSpPr/>
          <p:nvPr/>
        </p:nvSpPr>
        <p:spPr>
          <a:xfrm>
            <a:off x="11298432" y="3829822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key &gt;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5" name="순서도: 종속 처리 64">
            <a:extLst>
              <a:ext uri="{FF2B5EF4-FFF2-40B4-BE49-F238E27FC236}">
                <a16:creationId xmlns:a16="http://schemas.microsoft.com/office/drawing/2014/main" id="{6A0CD863-998B-3ABC-7F6C-78F659D968FA}"/>
              </a:ext>
            </a:extLst>
          </p:cNvPr>
          <p:cNvSpPr/>
          <p:nvPr/>
        </p:nvSpPr>
        <p:spPr>
          <a:xfrm>
            <a:off x="13971610" y="3991169"/>
            <a:ext cx="3311338" cy="46163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push(node-&gt;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6FD9047E-80E4-D7E7-C998-3E85C371D138}"/>
              </a:ext>
            </a:extLst>
          </p:cNvPr>
          <p:cNvSpPr/>
          <p:nvPr/>
        </p:nvSpPr>
        <p:spPr>
          <a:xfrm>
            <a:off x="17452145" y="3465786"/>
            <a:ext cx="1085154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node;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4A0255AD-F0A5-CD0B-B3E7-F5132D49D301}"/>
              </a:ext>
            </a:extLst>
          </p:cNvPr>
          <p:cNvCxnSpPr/>
          <p:nvPr/>
        </p:nvCxnSpPr>
        <p:spPr>
          <a:xfrm flipV="1">
            <a:off x="13749003" y="4231790"/>
            <a:ext cx="222471" cy="3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57121CDF-D302-834B-3F23-CDB7E0CD4152}"/>
              </a:ext>
            </a:extLst>
          </p:cNvPr>
          <p:cNvCxnSpPr>
            <a:stCxn id="2" idx="2"/>
            <a:endCxn id="64" idx="0"/>
          </p:cNvCxnSpPr>
          <p:nvPr/>
        </p:nvCxnSpPr>
        <p:spPr>
          <a:xfrm>
            <a:off x="12523786" y="3587734"/>
            <a:ext cx="0" cy="242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3715ECF-1F22-02A0-3E49-8FB53D5E6E0A}"/>
              </a:ext>
            </a:extLst>
          </p:cNvPr>
          <p:cNvSpPr txBox="1"/>
          <p:nvPr/>
        </p:nvSpPr>
        <p:spPr>
          <a:xfrm>
            <a:off x="11982316" y="3502022"/>
            <a:ext cx="559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C2AD6E6-5495-F895-D65B-1F65B722F124}"/>
              </a:ext>
            </a:extLst>
          </p:cNvPr>
          <p:cNvSpPr txBox="1"/>
          <p:nvPr/>
        </p:nvSpPr>
        <p:spPr>
          <a:xfrm>
            <a:off x="13492328" y="393517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56807D9-0318-526A-FD31-C5BAF3725419}"/>
              </a:ext>
            </a:extLst>
          </p:cNvPr>
          <p:cNvCxnSpPr>
            <a:stCxn id="61" idx="3"/>
            <a:endCxn id="43" idx="1"/>
          </p:cNvCxnSpPr>
          <p:nvPr/>
        </p:nvCxnSpPr>
        <p:spPr>
          <a:xfrm flipV="1">
            <a:off x="17269939" y="2196471"/>
            <a:ext cx="182206" cy="4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595753D2-96AF-C1CA-8F26-5EFA0EB16E09}"/>
              </a:ext>
            </a:extLst>
          </p:cNvPr>
          <p:cNvCxnSpPr>
            <a:stCxn id="65" idx="3"/>
            <a:endCxn id="66" idx="1"/>
          </p:cNvCxnSpPr>
          <p:nvPr/>
        </p:nvCxnSpPr>
        <p:spPr>
          <a:xfrm flipV="1">
            <a:off x="17282948" y="3696605"/>
            <a:ext cx="169197" cy="525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F9912D0-8FB8-DC09-0D61-38460ADC270A}"/>
              </a:ext>
            </a:extLst>
          </p:cNvPr>
          <p:cNvCxnSpPr>
            <a:stCxn id="41" idx="3"/>
            <a:endCxn id="66" idx="1"/>
          </p:cNvCxnSpPr>
          <p:nvPr/>
        </p:nvCxnSpPr>
        <p:spPr>
          <a:xfrm>
            <a:off x="17282948" y="3192239"/>
            <a:ext cx="169197" cy="504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215BD11D-DD5C-C351-F34B-62767B195240}"/>
              </a:ext>
            </a:extLst>
          </p:cNvPr>
          <p:cNvSpPr/>
          <p:nvPr/>
        </p:nvSpPr>
        <p:spPr>
          <a:xfrm>
            <a:off x="3836703" y="85627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“The queue is empty”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new_node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(key);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7" name="순서도: 판단 46">
            <a:extLst>
              <a:ext uri="{FF2B5EF4-FFF2-40B4-BE49-F238E27FC236}">
                <a16:creationId xmlns:a16="http://schemas.microsoft.com/office/drawing/2014/main" id="{0E580A43-19A3-43A5-9C3D-891D4FFB629B}"/>
              </a:ext>
            </a:extLst>
          </p:cNvPr>
          <p:cNvSpPr/>
          <p:nvPr/>
        </p:nvSpPr>
        <p:spPr>
          <a:xfrm>
            <a:off x="1234053" y="755984"/>
            <a:ext cx="2450707" cy="30777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key &lt;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3" name="순서도: 종속 처리 52">
            <a:extLst>
              <a:ext uri="{FF2B5EF4-FFF2-40B4-BE49-F238E27FC236}">
                <a16:creationId xmlns:a16="http://schemas.microsoft.com/office/drawing/2014/main" id="{A3D11600-3ABD-A0EB-01B4-56FE4A7B6E7F}"/>
              </a:ext>
            </a:extLst>
          </p:cNvPr>
          <p:cNvSpPr/>
          <p:nvPr/>
        </p:nvSpPr>
        <p:spPr>
          <a:xfrm>
            <a:off x="3843106" y="724776"/>
            <a:ext cx="3311338" cy="3242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pop(node-&gt;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key, 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5" name="순서도: 판단 54">
            <a:extLst>
              <a:ext uri="{FF2B5EF4-FFF2-40B4-BE49-F238E27FC236}">
                <a16:creationId xmlns:a16="http://schemas.microsoft.com/office/drawing/2014/main" id="{F5F76185-A42D-04A3-FCCD-E3E68CB28552}"/>
              </a:ext>
            </a:extLst>
          </p:cNvPr>
          <p:cNvSpPr/>
          <p:nvPr/>
        </p:nvSpPr>
        <p:spPr>
          <a:xfrm>
            <a:off x="1224242" y="1168227"/>
            <a:ext cx="2450707" cy="30777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key &gt; node-&gt;key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2" name="순서도: 종속 처리 61">
            <a:extLst>
              <a:ext uri="{FF2B5EF4-FFF2-40B4-BE49-F238E27FC236}">
                <a16:creationId xmlns:a16="http://schemas.microsoft.com/office/drawing/2014/main" id="{2646F820-2DCC-9466-2592-A4A55179ED4D}"/>
              </a:ext>
            </a:extLst>
          </p:cNvPr>
          <p:cNvSpPr/>
          <p:nvPr/>
        </p:nvSpPr>
        <p:spPr>
          <a:xfrm>
            <a:off x="3843106" y="1179613"/>
            <a:ext cx="3311338" cy="307777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pop(node-&gt;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key, 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8" name="순서도: 판단 67">
            <a:extLst>
              <a:ext uri="{FF2B5EF4-FFF2-40B4-BE49-F238E27FC236}">
                <a16:creationId xmlns:a16="http://schemas.microsoft.com/office/drawing/2014/main" id="{846B2846-CBAB-D8FD-9330-EF4FE71415F7}"/>
              </a:ext>
            </a:extLst>
          </p:cNvPr>
          <p:cNvSpPr/>
          <p:nvPr/>
        </p:nvSpPr>
        <p:spPr>
          <a:xfrm>
            <a:off x="1234052" y="1929379"/>
            <a:ext cx="2450707" cy="41224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== NULL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2" name="순서도: 처리 71">
            <a:extLst>
              <a:ext uri="{FF2B5EF4-FFF2-40B4-BE49-F238E27FC236}">
                <a16:creationId xmlns:a16="http://schemas.microsoft.com/office/drawing/2014/main" id="{C9A619DB-2E43-2A46-AF41-7EC69E0ADB34}"/>
              </a:ext>
            </a:extLst>
          </p:cNvPr>
          <p:cNvSpPr/>
          <p:nvPr/>
        </p:nvSpPr>
        <p:spPr>
          <a:xfrm>
            <a:off x="3800016" y="1761135"/>
            <a:ext cx="3320486" cy="74873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treePointer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temp = 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;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Pop node-&gt;key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free(node);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temp;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74" name="순서도: 판단 73">
            <a:extLst>
              <a:ext uri="{FF2B5EF4-FFF2-40B4-BE49-F238E27FC236}">
                <a16:creationId xmlns:a16="http://schemas.microsoft.com/office/drawing/2014/main" id="{2D668CFD-0B3F-94BC-0AE0-4EE833C99CB2}"/>
              </a:ext>
            </a:extLst>
          </p:cNvPr>
          <p:cNvSpPr/>
          <p:nvPr/>
        </p:nvSpPr>
        <p:spPr>
          <a:xfrm>
            <a:off x="1234051" y="2829045"/>
            <a:ext cx="2450707" cy="41224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== NULL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6" name="순서도: 처리 75">
            <a:extLst>
              <a:ext uri="{FF2B5EF4-FFF2-40B4-BE49-F238E27FC236}">
                <a16:creationId xmlns:a16="http://schemas.microsoft.com/office/drawing/2014/main" id="{2865657B-4964-D877-8053-F45F989172DE}"/>
              </a:ext>
            </a:extLst>
          </p:cNvPr>
          <p:cNvSpPr/>
          <p:nvPr/>
        </p:nvSpPr>
        <p:spPr>
          <a:xfrm>
            <a:off x="3798532" y="2680919"/>
            <a:ext cx="3320486" cy="74873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treePointer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temp = 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;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Pop node-&gt;key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free(node);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return temp;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78" name="순서도: 처리 77">
            <a:extLst>
              <a:ext uri="{FF2B5EF4-FFF2-40B4-BE49-F238E27FC236}">
                <a16:creationId xmlns:a16="http://schemas.microsoft.com/office/drawing/2014/main" id="{09D1ED12-A966-0412-A3DC-ED7A3A1AA565}"/>
              </a:ext>
            </a:extLst>
          </p:cNvPr>
          <p:cNvSpPr/>
          <p:nvPr/>
        </p:nvSpPr>
        <p:spPr>
          <a:xfrm>
            <a:off x="244173" y="3552763"/>
            <a:ext cx="4430461" cy="74873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treePointer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temp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min_node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node-&gt;key = temp-&gt;key;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= pop(node-&gt;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temp-&gt;key,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80" name="순서도: 처리 79">
            <a:extLst>
              <a:ext uri="{FF2B5EF4-FFF2-40B4-BE49-F238E27FC236}">
                <a16:creationId xmlns:a16="http://schemas.microsoft.com/office/drawing/2014/main" id="{9CD75BA5-BE93-72DE-4254-9C3F2D544754}"/>
              </a:ext>
            </a:extLst>
          </p:cNvPr>
          <p:cNvSpPr/>
          <p:nvPr/>
        </p:nvSpPr>
        <p:spPr>
          <a:xfrm>
            <a:off x="7299528" y="3755516"/>
            <a:ext cx="1085457" cy="32092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node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4822DC07-5721-3044-A20F-2F5EA10C3980}"/>
              </a:ext>
            </a:extLst>
          </p:cNvPr>
          <p:cNvCxnSpPr>
            <a:stCxn id="78" idx="3"/>
            <a:endCxn id="80" idx="1"/>
          </p:cNvCxnSpPr>
          <p:nvPr/>
        </p:nvCxnSpPr>
        <p:spPr>
          <a:xfrm flipV="1">
            <a:off x="4674634" y="3915979"/>
            <a:ext cx="2624894" cy="11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A7D5319F-9551-7AFC-B8B2-84F1E7C2FEDB}"/>
              </a:ext>
            </a:extLst>
          </p:cNvPr>
          <p:cNvCxnSpPr>
            <a:stCxn id="74" idx="2"/>
            <a:endCxn id="78" idx="0"/>
          </p:cNvCxnSpPr>
          <p:nvPr/>
        </p:nvCxnSpPr>
        <p:spPr>
          <a:xfrm flipH="1">
            <a:off x="2459404" y="3241288"/>
            <a:ext cx="1" cy="311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03B1DBDB-F570-865E-BB63-F105FB62D441}"/>
              </a:ext>
            </a:extLst>
          </p:cNvPr>
          <p:cNvCxnSpPr>
            <a:stCxn id="74" idx="3"/>
            <a:endCxn id="76" idx="1"/>
          </p:cNvCxnSpPr>
          <p:nvPr/>
        </p:nvCxnSpPr>
        <p:spPr>
          <a:xfrm>
            <a:off x="3684758" y="3035167"/>
            <a:ext cx="113774" cy="20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27BE7C9F-E851-904E-B054-AE32057802D6}"/>
              </a:ext>
            </a:extLst>
          </p:cNvPr>
          <p:cNvCxnSpPr>
            <a:stCxn id="68" idx="3"/>
            <a:endCxn id="72" idx="1"/>
          </p:cNvCxnSpPr>
          <p:nvPr/>
        </p:nvCxnSpPr>
        <p:spPr>
          <a:xfrm>
            <a:off x="3684759" y="2135501"/>
            <a:ext cx="1152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1577AE74-D6BA-EE70-B97A-3A882EA892BE}"/>
              </a:ext>
            </a:extLst>
          </p:cNvPr>
          <p:cNvCxnSpPr>
            <a:stCxn id="55" idx="3"/>
            <a:endCxn id="62" idx="1"/>
          </p:cNvCxnSpPr>
          <p:nvPr/>
        </p:nvCxnSpPr>
        <p:spPr>
          <a:xfrm>
            <a:off x="3674949" y="1322116"/>
            <a:ext cx="168157" cy="11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977F1EFD-0EF1-24BC-4A8D-DE1792854316}"/>
              </a:ext>
            </a:extLst>
          </p:cNvPr>
          <p:cNvCxnSpPr>
            <a:stCxn id="47" idx="3"/>
            <a:endCxn id="53" idx="1"/>
          </p:cNvCxnSpPr>
          <p:nvPr/>
        </p:nvCxnSpPr>
        <p:spPr>
          <a:xfrm flipV="1">
            <a:off x="3684760" y="886918"/>
            <a:ext cx="158346" cy="22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2605499F-AFE2-C906-0B5A-3C930C73ACF6}"/>
              </a:ext>
            </a:extLst>
          </p:cNvPr>
          <p:cNvCxnSpPr>
            <a:stCxn id="18" idx="3"/>
            <a:endCxn id="39" idx="1"/>
          </p:cNvCxnSpPr>
          <p:nvPr/>
        </p:nvCxnSpPr>
        <p:spPr>
          <a:xfrm flipV="1">
            <a:off x="3684760" y="316446"/>
            <a:ext cx="151943" cy="27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E74FF3D2-4791-552F-9AA4-5000AB66BB28}"/>
              </a:ext>
            </a:extLst>
          </p:cNvPr>
          <p:cNvCxnSpPr>
            <a:stCxn id="18" idx="2"/>
            <a:endCxn id="47" idx="0"/>
          </p:cNvCxnSpPr>
          <p:nvPr/>
        </p:nvCxnSpPr>
        <p:spPr>
          <a:xfrm>
            <a:off x="2454501" y="632134"/>
            <a:ext cx="4906" cy="12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0733DBFA-7D65-7213-1F3F-CF6049B5006D}"/>
              </a:ext>
            </a:extLst>
          </p:cNvPr>
          <p:cNvCxnSpPr>
            <a:stCxn id="47" idx="2"/>
            <a:endCxn id="55" idx="0"/>
          </p:cNvCxnSpPr>
          <p:nvPr/>
        </p:nvCxnSpPr>
        <p:spPr>
          <a:xfrm flipH="1">
            <a:off x="2449596" y="1063761"/>
            <a:ext cx="9811" cy="104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0E2FF262-27BD-FDF9-2416-05E9FFAC9E7E}"/>
              </a:ext>
            </a:extLst>
          </p:cNvPr>
          <p:cNvCxnSpPr>
            <a:cxnSpLocks/>
            <a:stCxn id="55" idx="2"/>
            <a:endCxn id="68" idx="0"/>
          </p:cNvCxnSpPr>
          <p:nvPr/>
        </p:nvCxnSpPr>
        <p:spPr>
          <a:xfrm>
            <a:off x="2449596" y="1476004"/>
            <a:ext cx="9810" cy="453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554E0BA9-E71E-F6F3-52D2-25C85DFD661F}"/>
              </a:ext>
            </a:extLst>
          </p:cNvPr>
          <p:cNvCxnSpPr>
            <a:stCxn id="68" idx="2"/>
            <a:endCxn id="74" idx="0"/>
          </p:cNvCxnSpPr>
          <p:nvPr/>
        </p:nvCxnSpPr>
        <p:spPr>
          <a:xfrm flipH="1">
            <a:off x="2459405" y="2341622"/>
            <a:ext cx="1" cy="487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56C1AE22-A9AA-5278-C761-E9144B4D6286}"/>
              </a:ext>
            </a:extLst>
          </p:cNvPr>
          <p:cNvCxnSpPr>
            <a:stCxn id="53" idx="3"/>
            <a:endCxn id="80" idx="0"/>
          </p:cNvCxnSpPr>
          <p:nvPr/>
        </p:nvCxnSpPr>
        <p:spPr>
          <a:xfrm>
            <a:off x="7154444" y="886918"/>
            <a:ext cx="687813" cy="28685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D0629CB0-9516-4371-449E-76AA24D82075}"/>
              </a:ext>
            </a:extLst>
          </p:cNvPr>
          <p:cNvCxnSpPr>
            <a:stCxn id="62" idx="3"/>
            <a:endCxn id="80" idx="0"/>
          </p:cNvCxnSpPr>
          <p:nvPr/>
        </p:nvCxnSpPr>
        <p:spPr>
          <a:xfrm>
            <a:off x="7154444" y="1333502"/>
            <a:ext cx="687813" cy="24220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11068A51-41AB-521E-4ACC-D8004594B729}"/>
              </a:ext>
            </a:extLst>
          </p:cNvPr>
          <p:cNvCxnSpPr>
            <a:stCxn id="4" idx="3"/>
            <a:endCxn id="18" idx="1"/>
          </p:cNvCxnSpPr>
          <p:nvPr/>
        </p:nvCxnSpPr>
        <p:spPr>
          <a:xfrm>
            <a:off x="1072299" y="319472"/>
            <a:ext cx="151943" cy="24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B205FF63-3620-B37C-CFFE-07CBA044EFCC}"/>
              </a:ext>
            </a:extLst>
          </p:cNvPr>
          <p:cNvSpPr txBox="1"/>
          <p:nvPr/>
        </p:nvSpPr>
        <p:spPr>
          <a:xfrm>
            <a:off x="3284191" y="1695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EBAE41B-0D95-F90F-84E9-EE8C3B6FB9B3}"/>
              </a:ext>
            </a:extLst>
          </p:cNvPr>
          <p:cNvSpPr txBox="1"/>
          <p:nvPr/>
        </p:nvSpPr>
        <p:spPr>
          <a:xfrm>
            <a:off x="3277593" y="59886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F7E70FF-778B-D601-FEBA-52EE7F2D2EB8}"/>
              </a:ext>
            </a:extLst>
          </p:cNvPr>
          <p:cNvSpPr txBox="1"/>
          <p:nvPr/>
        </p:nvSpPr>
        <p:spPr>
          <a:xfrm>
            <a:off x="3286088" y="103047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E288095-0BD8-34E2-C0EF-7B24971EBAF3}"/>
              </a:ext>
            </a:extLst>
          </p:cNvPr>
          <p:cNvSpPr txBox="1"/>
          <p:nvPr/>
        </p:nvSpPr>
        <p:spPr>
          <a:xfrm>
            <a:off x="3277593" y="180953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87A1CC2-FB1F-BAC3-16E2-19AE0D06DBB7}"/>
              </a:ext>
            </a:extLst>
          </p:cNvPr>
          <p:cNvSpPr txBox="1"/>
          <p:nvPr/>
        </p:nvSpPr>
        <p:spPr>
          <a:xfrm>
            <a:off x="3255804" y="2745824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1A891A5-CDC3-37E3-5AAE-0BC5F6560F0F}"/>
              </a:ext>
            </a:extLst>
          </p:cNvPr>
          <p:cNvSpPr txBox="1"/>
          <p:nvPr/>
        </p:nvSpPr>
        <p:spPr>
          <a:xfrm>
            <a:off x="1897377" y="49418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EBC3DD8-2836-A686-E994-BAA4A2A20768}"/>
              </a:ext>
            </a:extLst>
          </p:cNvPr>
          <p:cNvSpPr txBox="1"/>
          <p:nvPr/>
        </p:nvSpPr>
        <p:spPr>
          <a:xfrm>
            <a:off x="1890018" y="946598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3E8A220-2A13-B768-2F64-A127F1140FC5}"/>
              </a:ext>
            </a:extLst>
          </p:cNvPr>
          <p:cNvSpPr txBox="1"/>
          <p:nvPr/>
        </p:nvSpPr>
        <p:spPr>
          <a:xfrm>
            <a:off x="1924334" y="150020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3B9496D-C772-E50E-CE79-11FAD8043B8F}"/>
              </a:ext>
            </a:extLst>
          </p:cNvPr>
          <p:cNvSpPr txBox="1"/>
          <p:nvPr/>
        </p:nvSpPr>
        <p:spPr>
          <a:xfrm>
            <a:off x="1927337" y="237122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BEDEAAE-84E8-8727-2183-E68FF61E373E}"/>
              </a:ext>
            </a:extLst>
          </p:cNvPr>
          <p:cNvSpPr txBox="1"/>
          <p:nvPr/>
        </p:nvSpPr>
        <p:spPr>
          <a:xfrm>
            <a:off x="1920044" y="314863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97250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01311" y="289115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8080332" y="3873740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1987162" y="4360420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7074176" y="4880840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8099671" y="474271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12704208" y="4186010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12704209" y="4552929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7903006" y="3683156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14864670" y="4235757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4408469" y="4203814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6502979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8271544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15150575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15150575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8271543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16308608" y="6066220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15850001" y="6636747"/>
            <a:ext cx="2882134" cy="45718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12944163" y="5657407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18391191" y="536297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16444327" y="473588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7417686" y="355528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7753288" y="406329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7666312" y="3863063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cxnSpLocks/>
          </p:cNvCxnSpPr>
          <p:nvPr/>
        </p:nvCxnSpPr>
        <p:spPr>
          <a:xfrm>
            <a:off x="18046727" y="4385716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cxnSpLocks/>
          </p:cNvCxnSpPr>
          <p:nvPr/>
        </p:nvCxnSpPr>
        <p:spPr>
          <a:xfrm flipH="1">
            <a:off x="17027214" y="4735886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8032709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8032709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9194597" y="6297039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12923855" y="4655579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16958911" y="5376709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17688410" y="5093257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12923855" y="5022498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13420112" y="5106097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13420112" y="5687021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6347835" y="4836969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17623225" y="5541990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16005918" y="5002250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19031795" y="5549510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BDBE3121-BB55-E6D7-53BB-27699A23EB59}"/>
              </a:ext>
            </a:extLst>
          </p:cNvPr>
          <p:cNvSpPr/>
          <p:nvPr/>
        </p:nvSpPr>
        <p:spPr>
          <a:xfrm>
            <a:off x="14000650" y="4967270"/>
            <a:ext cx="2450707" cy="78433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exists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43572C8E-3607-9A3F-14FE-BBD1B61A1C38}"/>
              </a:ext>
            </a:extLst>
          </p:cNvPr>
          <p:cNvSpPr/>
          <p:nvPr/>
        </p:nvSpPr>
        <p:spPr>
          <a:xfrm>
            <a:off x="14307428" y="2765265"/>
            <a:ext cx="332048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(*last)-&gt;next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newqueue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(node-&gt;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(*last) = (*last)-&gt;next;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96B4275-84BA-1417-8F27-259CF5B017F9}"/>
              </a:ext>
            </a:extLst>
          </p:cNvPr>
          <p:cNvCxnSpPr>
            <a:cxnSpLocks/>
          </p:cNvCxnSpPr>
          <p:nvPr/>
        </p:nvCxnSpPr>
        <p:spPr>
          <a:xfrm flipH="1">
            <a:off x="16669218" y="5855449"/>
            <a:ext cx="1" cy="212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B38BC18-84E8-C7B0-53B4-AB8D1E2FC84C}"/>
              </a:ext>
            </a:extLst>
          </p:cNvPr>
          <p:cNvSpPr txBox="1"/>
          <p:nvPr/>
        </p:nvSpPr>
        <p:spPr>
          <a:xfrm>
            <a:off x="15006738" y="38145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C0D284-9FFC-7723-E46B-F6558B833CF4}"/>
              </a:ext>
            </a:extLst>
          </p:cNvPr>
          <p:cNvSpPr txBox="1"/>
          <p:nvPr/>
        </p:nvSpPr>
        <p:spPr>
          <a:xfrm>
            <a:off x="16930877" y="495124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8C9E2-F516-2D8C-38D7-2919A00EFC19}"/>
              </a:ext>
            </a:extLst>
          </p:cNvPr>
          <p:cNvSpPr txBox="1"/>
          <p:nvPr/>
        </p:nvSpPr>
        <p:spPr>
          <a:xfrm>
            <a:off x="18337283" y="307706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595734-AC70-F476-19EA-3E53757C370B}"/>
              </a:ext>
            </a:extLst>
          </p:cNvPr>
          <p:cNvSpPr txBox="1"/>
          <p:nvPr/>
        </p:nvSpPr>
        <p:spPr>
          <a:xfrm>
            <a:off x="19049603" y="3921508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2" name="순서도: 종속 처리 31">
            <a:extLst>
              <a:ext uri="{FF2B5EF4-FFF2-40B4-BE49-F238E27FC236}">
                <a16:creationId xmlns:a16="http://schemas.microsoft.com/office/drawing/2014/main" id="{0C6C0F79-44F3-94A8-DF4D-B9F12D92258D}"/>
              </a:ext>
            </a:extLst>
          </p:cNvPr>
          <p:cNvSpPr/>
          <p:nvPr/>
        </p:nvSpPr>
        <p:spPr>
          <a:xfrm>
            <a:off x="13762019" y="518579"/>
            <a:ext cx="2743240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1" name="순서도: 판단 40">
            <a:extLst>
              <a:ext uri="{FF2B5EF4-FFF2-40B4-BE49-F238E27FC236}">
                <a16:creationId xmlns:a16="http://schemas.microsoft.com/office/drawing/2014/main" id="{97EF05D3-6AF6-C2CA-32D9-124CCDAE18A2}"/>
              </a:ext>
            </a:extLst>
          </p:cNvPr>
          <p:cNvSpPr/>
          <p:nvPr/>
        </p:nvSpPr>
        <p:spPr>
          <a:xfrm>
            <a:off x="15683380" y="1056620"/>
            <a:ext cx="2387314" cy="65310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-&gt;key == key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02648CA1-0B5E-FF3A-B423-13E5AC166D22}"/>
              </a:ext>
            </a:extLst>
          </p:cNvPr>
          <p:cNvSpPr/>
          <p:nvPr/>
        </p:nvSpPr>
        <p:spPr>
          <a:xfrm>
            <a:off x="16599383" y="1200535"/>
            <a:ext cx="1003546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exist = 1;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7" name="순서도: 종속 처리 46">
            <a:extLst>
              <a:ext uri="{FF2B5EF4-FFF2-40B4-BE49-F238E27FC236}">
                <a16:creationId xmlns:a16="http://schemas.microsoft.com/office/drawing/2014/main" id="{13128DB5-14AC-9294-57D7-57D4E480D434}"/>
              </a:ext>
            </a:extLst>
          </p:cNvPr>
          <p:cNvSpPr/>
          <p:nvPr/>
        </p:nvSpPr>
        <p:spPr>
          <a:xfrm>
            <a:off x="13691682" y="1896302"/>
            <a:ext cx="2883913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, key);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2E2C3D3-5D72-75FE-B8D5-3DCEEFF26A73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6877037" y="933793"/>
            <a:ext cx="0" cy="122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67983C9-9244-2D89-83DC-860AB2EB3887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16877037" y="1709724"/>
            <a:ext cx="0" cy="138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817529F-4243-0906-2F54-C3B95DF585CD}"/>
              </a:ext>
            </a:extLst>
          </p:cNvPr>
          <p:cNvCxnSpPr>
            <a:stCxn id="41" idx="3"/>
            <a:endCxn id="43" idx="1"/>
          </p:cNvCxnSpPr>
          <p:nvPr/>
        </p:nvCxnSpPr>
        <p:spPr>
          <a:xfrm flipH="1">
            <a:off x="16599383" y="1383172"/>
            <a:ext cx="1471311" cy="48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7644A41-5668-69DB-797B-8C8CAE834807}"/>
              </a:ext>
            </a:extLst>
          </p:cNvPr>
          <p:cNvCxnSpPr>
            <a:stCxn id="43" idx="2"/>
            <a:endCxn id="47" idx="0"/>
          </p:cNvCxnSpPr>
          <p:nvPr/>
        </p:nvCxnSpPr>
        <p:spPr>
          <a:xfrm flipH="1">
            <a:off x="15133639" y="1662173"/>
            <a:ext cx="1967517" cy="234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ED6BA92-F7AF-2083-7895-3EC17442A1EE}"/>
              </a:ext>
            </a:extLst>
          </p:cNvPr>
          <p:cNvSpPr txBox="1"/>
          <p:nvPr/>
        </p:nvSpPr>
        <p:spPr>
          <a:xfrm>
            <a:off x="16135148" y="113906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565476-866B-0CCC-E582-5091E09F3F15}"/>
              </a:ext>
            </a:extLst>
          </p:cNvPr>
          <p:cNvSpPr txBox="1"/>
          <p:nvPr/>
        </p:nvSpPr>
        <p:spPr>
          <a:xfrm>
            <a:off x="16316382" y="159189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200BD77E-AC97-C85A-4060-3E1C6C929F1E}"/>
              </a:ext>
            </a:extLst>
          </p:cNvPr>
          <p:cNvSpPr/>
          <p:nvPr/>
        </p:nvSpPr>
        <p:spPr>
          <a:xfrm>
            <a:off x="1197804" y="286539"/>
            <a:ext cx="2240396" cy="44026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(“input3.txt”, “r”);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(“output3.txt”, “w”;</a:t>
            </a:r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E3011B04-0441-4CFA-AC93-F3669410B01D}"/>
              </a:ext>
            </a:extLst>
          </p:cNvPr>
          <p:cNvSpPr/>
          <p:nvPr/>
        </p:nvSpPr>
        <p:spPr>
          <a:xfrm>
            <a:off x="839358" y="1459021"/>
            <a:ext cx="474305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read line by line until q appears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1" name="순서도: 처리 50">
            <a:extLst>
              <a:ext uri="{FF2B5EF4-FFF2-40B4-BE49-F238E27FC236}">
                <a16:creationId xmlns:a16="http://schemas.microsoft.com/office/drawing/2014/main" id="{B69E1CBC-CA13-26BD-F9E5-E5D7DAC3C2BA}"/>
              </a:ext>
            </a:extLst>
          </p:cNvPr>
          <p:cNvSpPr/>
          <p:nvPr/>
        </p:nvSpPr>
        <p:spPr>
          <a:xfrm>
            <a:off x="12362949" y="1509011"/>
            <a:ext cx="4741737" cy="119123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4" name="순서도: 판단 53">
            <a:extLst>
              <a:ext uri="{FF2B5EF4-FFF2-40B4-BE49-F238E27FC236}">
                <a16:creationId xmlns:a16="http://schemas.microsoft.com/office/drawing/2014/main" id="{581E6E62-AA93-F049-8865-AEAE5222E21D}"/>
              </a:ext>
            </a:extLst>
          </p:cNvPr>
          <p:cNvSpPr/>
          <p:nvPr/>
        </p:nvSpPr>
        <p:spPr>
          <a:xfrm>
            <a:off x="17488889" y="1711124"/>
            <a:ext cx="1927573" cy="44026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buffer[0] = ‘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’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5" name="순서도: 종속 처리 54">
            <a:extLst>
              <a:ext uri="{FF2B5EF4-FFF2-40B4-BE49-F238E27FC236}">
                <a16:creationId xmlns:a16="http://schemas.microsoft.com/office/drawing/2014/main" id="{E7E78CA5-52FF-3482-060A-0E54562E81FF}"/>
              </a:ext>
            </a:extLst>
          </p:cNvPr>
          <p:cNvSpPr/>
          <p:nvPr/>
        </p:nvSpPr>
        <p:spPr>
          <a:xfrm>
            <a:off x="14892085" y="1660191"/>
            <a:ext cx="1914582" cy="307777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insert(&amp;root, num)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2" name="순서도: 판단 61">
            <a:extLst>
              <a:ext uri="{FF2B5EF4-FFF2-40B4-BE49-F238E27FC236}">
                <a16:creationId xmlns:a16="http://schemas.microsoft.com/office/drawing/2014/main" id="{2CD02925-BACE-2733-3C3E-B93915C034AF}"/>
              </a:ext>
            </a:extLst>
          </p:cNvPr>
          <p:cNvSpPr/>
          <p:nvPr/>
        </p:nvSpPr>
        <p:spPr>
          <a:xfrm>
            <a:off x="17427683" y="2279253"/>
            <a:ext cx="2087739" cy="44026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buffer[0] = ‘d’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4" name="순서도: 종속 처리 63">
            <a:extLst>
              <a:ext uri="{FF2B5EF4-FFF2-40B4-BE49-F238E27FC236}">
                <a16:creationId xmlns:a16="http://schemas.microsoft.com/office/drawing/2014/main" id="{AAD78333-4635-0035-C1A2-40D701C5BF44}"/>
              </a:ext>
            </a:extLst>
          </p:cNvPr>
          <p:cNvSpPr/>
          <p:nvPr/>
        </p:nvSpPr>
        <p:spPr>
          <a:xfrm>
            <a:off x="14732074" y="2188133"/>
            <a:ext cx="2205192" cy="307777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root = delete(&amp;root)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8" name="순서도: 처리 67">
            <a:extLst>
              <a:ext uri="{FF2B5EF4-FFF2-40B4-BE49-F238E27FC236}">
                <a16:creationId xmlns:a16="http://schemas.microsoft.com/office/drawing/2014/main" id="{97C9BF24-A165-C9C5-9447-E5DF2C012EB8}"/>
              </a:ext>
            </a:extLst>
          </p:cNvPr>
          <p:cNvSpPr/>
          <p:nvPr/>
        </p:nvSpPr>
        <p:spPr>
          <a:xfrm>
            <a:off x="18778697" y="2975907"/>
            <a:ext cx="1782257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B8EEC66C-C65D-A10F-B427-0B7B4176A818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19416462" y="1931257"/>
            <a:ext cx="413375" cy="30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D877414E-61CF-029A-D149-76FD90D33AA3}"/>
              </a:ext>
            </a:extLst>
          </p:cNvPr>
          <p:cNvCxnSpPr>
            <a:stCxn id="54" idx="2"/>
            <a:endCxn id="62" idx="0"/>
          </p:cNvCxnSpPr>
          <p:nvPr/>
        </p:nvCxnSpPr>
        <p:spPr>
          <a:xfrm>
            <a:off x="18452676" y="2151390"/>
            <a:ext cx="18877" cy="12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20D8B34C-A3E7-030F-DADF-5FDC58297734}"/>
              </a:ext>
            </a:extLst>
          </p:cNvPr>
          <p:cNvCxnSpPr>
            <a:cxnSpLocks/>
            <a:stCxn id="62" idx="3"/>
          </p:cNvCxnSpPr>
          <p:nvPr/>
        </p:nvCxnSpPr>
        <p:spPr>
          <a:xfrm flipV="1">
            <a:off x="19515422" y="2489825"/>
            <a:ext cx="154404" cy="9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0590806E-F7C9-E892-95A3-8F3466A83F50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19669826" y="2848044"/>
            <a:ext cx="1744" cy="12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BECB4C7-56B5-8858-EC03-BAEBCE8EDEA9}"/>
              </a:ext>
            </a:extLst>
          </p:cNvPr>
          <p:cNvSpPr txBox="1"/>
          <p:nvPr/>
        </p:nvSpPr>
        <p:spPr>
          <a:xfrm>
            <a:off x="19196542" y="163678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1CFEF19-907F-A7DF-407F-CE2A232DB12E}"/>
              </a:ext>
            </a:extLst>
          </p:cNvPr>
          <p:cNvSpPr txBox="1"/>
          <p:nvPr/>
        </p:nvSpPr>
        <p:spPr>
          <a:xfrm>
            <a:off x="19196542" y="215759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9A930EF-7C15-35CC-7267-A12138011195}"/>
              </a:ext>
            </a:extLst>
          </p:cNvPr>
          <p:cNvSpPr txBox="1"/>
          <p:nvPr/>
        </p:nvSpPr>
        <p:spPr>
          <a:xfrm>
            <a:off x="17838891" y="2053094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71" name="순서도: 처리 70">
            <a:extLst>
              <a:ext uri="{FF2B5EF4-FFF2-40B4-BE49-F238E27FC236}">
                <a16:creationId xmlns:a16="http://schemas.microsoft.com/office/drawing/2014/main" id="{FA2AA991-2037-6C4B-803F-E8FB5D91BCF7}"/>
              </a:ext>
            </a:extLst>
          </p:cNvPr>
          <p:cNvSpPr/>
          <p:nvPr/>
        </p:nvSpPr>
        <p:spPr>
          <a:xfrm>
            <a:off x="1270673" y="857271"/>
            <a:ext cx="2094658" cy="46409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char buffer[10]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root = NULL;</a:t>
            </a:r>
          </a:p>
        </p:txBody>
      </p:sp>
      <p:sp>
        <p:nvSpPr>
          <p:cNvPr id="73" name="순서도: 처리 72">
            <a:extLst>
              <a:ext uri="{FF2B5EF4-FFF2-40B4-BE49-F238E27FC236}">
                <a16:creationId xmlns:a16="http://schemas.microsoft.com/office/drawing/2014/main" id="{BFFEED5C-8274-5D76-6C33-6E04CE89C47E}"/>
              </a:ext>
            </a:extLst>
          </p:cNvPr>
          <p:cNvSpPr/>
          <p:nvPr/>
        </p:nvSpPr>
        <p:spPr>
          <a:xfrm>
            <a:off x="842888" y="1811909"/>
            <a:ext cx="4739526" cy="196813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75" name="순서도: 처리 74">
            <a:extLst>
              <a:ext uri="{FF2B5EF4-FFF2-40B4-BE49-F238E27FC236}">
                <a16:creationId xmlns:a16="http://schemas.microsoft.com/office/drawing/2014/main" id="{AAA35CB1-2AFE-2560-5E72-AC96F540EFA1}"/>
              </a:ext>
            </a:extLst>
          </p:cNvPr>
          <p:cNvSpPr/>
          <p:nvPr/>
        </p:nvSpPr>
        <p:spPr>
          <a:xfrm>
            <a:off x="8731571" y="2934256"/>
            <a:ext cx="1381394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[k++]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atoi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7" name="순서도: 처리 76">
            <a:extLst>
              <a:ext uri="{FF2B5EF4-FFF2-40B4-BE49-F238E27FC236}">
                <a16:creationId xmlns:a16="http://schemas.microsoft.com/office/drawing/2014/main" id="{C7885034-A816-FF33-76D6-10333EA257D2}"/>
              </a:ext>
            </a:extLst>
          </p:cNvPr>
          <p:cNvSpPr/>
          <p:nvPr/>
        </p:nvSpPr>
        <p:spPr>
          <a:xfrm>
            <a:off x="14527496" y="1149056"/>
            <a:ext cx="1612928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strtok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(NULL, “ ” 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9" name="순서도: 처리 78">
            <a:extLst>
              <a:ext uri="{FF2B5EF4-FFF2-40B4-BE49-F238E27FC236}">
                <a16:creationId xmlns:a16="http://schemas.microsoft.com/office/drawing/2014/main" id="{7FF8B8B9-658D-E7F0-7603-F3391FB99A9C}"/>
              </a:ext>
            </a:extLst>
          </p:cNvPr>
          <p:cNvSpPr/>
          <p:nvPr/>
        </p:nvSpPr>
        <p:spPr>
          <a:xfrm>
            <a:off x="1259576" y="3953960"/>
            <a:ext cx="2269417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ifp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3" name="순서도: 처리 82">
            <a:extLst>
              <a:ext uri="{FF2B5EF4-FFF2-40B4-BE49-F238E27FC236}">
                <a16:creationId xmlns:a16="http://schemas.microsoft.com/office/drawing/2014/main" id="{99FCD074-F19E-0AF5-2FE5-BBB061D023CA}"/>
              </a:ext>
            </a:extLst>
          </p:cNvPr>
          <p:cNvSpPr/>
          <p:nvPr/>
        </p:nvSpPr>
        <p:spPr>
          <a:xfrm>
            <a:off x="13020484" y="1849611"/>
            <a:ext cx="2167345" cy="30777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(“output2.txt”, “w”);</a:t>
            </a:r>
          </a:p>
        </p:txBody>
      </p:sp>
      <p:sp>
        <p:nvSpPr>
          <p:cNvPr id="87" name="순서도: 처리 86">
            <a:extLst>
              <a:ext uri="{FF2B5EF4-FFF2-40B4-BE49-F238E27FC236}">
                <a16:creationId xmlns:a16="http://schemas.microsoft.com/office/drawing/2014/main" id="{2C5ABB05-7812-5C0E-54CC-21BECF0CC269}"/>
              </a:ext>
            </a:extLst>
          </p:cNvPr>
          <p:cNvSpPr/>
          <p:nvPr/>
        </p:nvSpPr>
        <p:spPr>
          <a:xfrm>
            <a:off x="15312198" y="1851607"/>
            <a:ext cx="1017265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flag = 0;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8" name="순서도: 처리 87">
            <a:extLst>
              <a:ext uri="{FF2B5EF4-FFF2-40B4-BE49-F238E27FC236}">
                <a16:creationId xmlns:a16="http://schemas.microsoft.com/office/drawing/2014/main" id="{F333BBB7-2998-C5DC-9A75-D62AB9684CE3}"/>
              </a:ext>
            </a:extLst>
          </p:cNvPr>
          <p:cNvSpPr/>
          <p:nvPr/>
        </p:nvSpPr>
        <p:spPr>
          <a:xfrm>
            <a:off x="16701339" y="1872547"/>
            <a:ext cx="3030026" cy="29928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0 to num-1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89" name="순서도: 처리 88">
            <a:extLst>
              <a:ext uri="{FF2B5EF4-FFF2-40B4-BE49-F238E27FC236}">
                <a16:creationId xmlns:a16="http://schemas.microsoft.com/office/drawing/2014/main" id="{330769E9-0C48-42FF-F4E1-CE694E8F2DEB}"/>
              </a:ext>
            </a:extLst>
          </p:cNvPr>
          <p:cNvSpPr/>
          <p:nvPr/>
        </p:nvSpPr>
        <p:spPr>
          <a:xfrm>
            <a:off x="16701339" y="2178081"/>
            <a:ext cx="3026504" cy="107826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90" name="순서도: 처리 89">
            <a:extLst>
              <a:ext uri="{FF2B5EF4-FFF2-40B4-BE49-F238E27FC236}">
                <a16:creationId xmlns:a16="http://schemas.microsoft.com/office/drawing/2014/main" id="{ADA287ED-A818-756C-A94A-98D32FD95D98}"/>
              </a:ext>
            </a:extLst>
          </p:cNvPr>
          <p:cNvSpPr/>
          <p:nvPr/>
        </p:nvSpPr>
        <p:spPr>
          <a:xfrm>
            <a:off x="16859220" y="2247606"/>
            <a:ext cx="2716055" cy="2371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j i+1 to num-1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91" name="순서도: 처리 90">
            <a:extLst>
              <a:ext uri="{FF2B5EF4-FFF2-40B4-BE49-F238E27FC236}">
                <a16:creationId xmlns:a16="http://schemas.microsoft.com/office/drawing/2014/main" id="{58F74BF9-5999-1683-903A-D02FC278A3E7}"/>
              </a:ext>
            </a:extLst>
          </p:cNvPr>
          <p:cNvSpPr/>
          <p:nvPr/>
        </p:nvSpPr>
        <p:spPr>
          <a:xfrm>
            <a:off x="16859220" y="2482889"/>
            <a:ext cx="2716055" cy="67229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92" name="순서도: 판단 91">
            <a:extLst>
              <a:ext uri="{FF2B5EF4-FFF2-40B4-BE49-F238E27FC236}">
                <a16:creationId xmlns:a16="http://schemas.microsoft.com/office/drawing/2014/main" id="{7835EB18-68CE-00D3-111F-C46B7A847061}"/>
              </a:ext>
            </a:extLst>
          </p:cNvPr>
          <p:cNvSpPr/>
          <p:nvPr/>
        </p:nvSpPr>
        <p:spPr>
          <a:xfrm>
            <a:off x="17029151" y="2625491"/>
            <a:ext cx="1287597" cy="41184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==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[j]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3" name="순서도: 처리 92">
            <a:extLst>
              <a:ext uri="{FF2B5EF4-FFF2-40B4-BE49-F238E27FC236}">
                <a16:creationId xmlns:a16="http://schemas.microsoft.com/office/drawing/2014/main" id="{F70FECAC-D515-E02A-C3C2-DEE404905791}"/>
              </a:ext>
            </a:extLst>
          </p:cNvPr>
          <p:cNvSpPr/>
          <p:nvPr/>
        </p:nvSpPr>
        <p:spPr>
          <a:xfrm>
            <a:off x="18562334" y="2661624"/>
            <a:ext cx="701495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flag = 1;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4" name="순서도: 판단 93">
            <a:extLst>
              <a:ext uri="{FF2B5EF4-FFF2-40B4-BE49-F238E27FC236}">
                <a16:creationId xmlns:a16="http://schemas.microsoft.com/office/drawing/2014/main" id="{ECAE002D-63FA-7D79-E04B-DDBA8E7FB910}"/>
              </a:ext>
            </a:extLst>
          </p:cNvPr>
          <p:cNvSpPr/>
          <p:nvPr/>
        </p:nvSpPr>
        <p:spPr>
          <a:xfrm>
            <a:off x="15045508" y="2152294"/>
            <a:ext cx="1580415" cy="41184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flag == 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5" name="순서도: 처리 94">
            <a:extLst>
              <a:ext uri="{FF2B5EF4-FFF2-40B4-BE49-F238E27FC236}">
                <a16:creationId xmlns:a16="http://schemas.microsoft.com/office/drawing/2014/main" id="{9AD7870A-7043-3074-3166-449BB343FCCD}"/>
              </a:ext>
            </a:extLst>
          </p:cNvPr>
          <p:cNvSpPr/>
          <p:nvPr/>
        </p:nvSpPr>
        <p:spPr>
          <a:xfrm>
            <a:off x="16862715" y="1992415"/>
            <a:ext cx="1609945" cy="72752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cannot construct BST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0;</a:t>
            </a:r>
          </a:p>
        </p:txBody>
      </p:sp>
      <p:sp>
        <p:nvSpPr>
          <p:cNvPr id="96" name="순서도: 처리 95">
            <a:extLst>
              <a:ext uri="{FF2B5EF4-FFF2-40B4-BE49-F238E27FC236}">
                <a16:creationId xmlns:a16="http://schemas.microsoft.com/office/drawing/2014/main" id="{44876ED6-260E-E8E7-9636-D145C303E589}"/>
              </a:ext>
            </a:extLst>
          </p:cNvPr>
          <p:cNvSpPr/>
          <p:nvPr/>
        </p:nvSpPr>
        <p:spPr>
          <a:xfrm>
            <a:off x="12590904" y="3610632"/>
            <a:ext cx="3026504" cy="68141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root = 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treePointer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)malloc(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sizeof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(node));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root-&gt;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leftChild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NULL;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root-&gt;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rightChild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NULL;</a:t>
            </a:r>
          </a:p>
        </p:txBody>
      </p:sp>
      <p:sp>
        <p:nvSpPr>
          <p:cNvPr id="97" name="순서도: 처리 96">
            <a:extLst>
              <a:ext uri="{FF2B5EF4-FFF2-40B4-BE49-F238E27FC236}">
                <a16:creationId xmlns:a16="http://schemas.microsoft.com/office/drawing/2014/main" id="{AA2D44E4-5A91-6A94-39BE-9ADAE69EB5C2}"/>
              </a:ext>
            </a:extLst>
          </p:cNvPr>
          <p:cNvSpPr/>
          <p:nvPr/>
        </p:nvSpPr>
        <p:spPr>
          <a:xfrm>
            <a:off x="15869929" y="3611406"/>
            <a:ext cx="3030026" cy="26004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0 to num-1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98" name="순서도: 처리 97">
            <a:extLst>
              <a:ext uri="{FF2B5EF4-FFF2-40B4-BE49-F238E27FC236}">
                <a16:creationId xmlns:a16="http://schemas.microsoft.com/office/drawing/2014/main" id="{A98EDA5D-337A-18E5-F3BF-1A2434FA1C65}"/>
              </a:ext>
            </a:extLst>
          </p:cNvPr>
          <p:cNvSpPr/>
          <p:nvPr/>
        </p:nvSpPr>
        <p:spPr>
          <a:xfrm>
            <a:off x="15869929" y="3870285"/>
            <a:ext cx="3026504" cy="42855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03" name="순서도: 종속 처리 102">
            <a:extLst>
              <a:ext uri="{FF2B5EF4-FFF2-40B4-BE49-F238E27FC236}">
                <a16:creationId xmlns:a16="http://schemas.microsoft.com/office/drawing/2014/main" id="{1E89E242-6673-5CF6-8ECF-0277EAB78692}"/>
              </a:ext>
            </a:extLst>
          </p:cNvPr>
          <p:cNvSpPr/>
          <p:nvPr/>
        </p:nvSpPr>
        <p:spPr>
          <a:xfrm>
            <a:off x="16274992" y="3961731"/>
            <a:ext cx="2179944" cy="25114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makeTree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(root,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arr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]);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04" name="순서도: 종속 처리 103">
            <a:extLst>
              <a:ext uri="{FF2B5EF4-FFF2-40B4-BE49-F238E27FC236}">
                <a16:creationId xmlns:a16="http://schemas.microsoft.com/office/drawing/2014/main" id="{7C6A1495-ED83-B5C5-B275-05E53AB39092}"/>
              </a:ext>
            </a:extLst>
          </p:cNvPr>
          <p:cNvSpPr/>
          <p:nvPr/>
        </p:nvSpPr>
        <p:spPr>
          <a:xfrm>
            <a:off x="14078913" y="3658913"/>
            <a:ext cx="1856471" cy="25114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inorder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(root,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05" name="순서도: 종속 처리 104">
            <a:extLst>
              <a:ext uri="{FF2B5EF4-FFF2-40B4-BE49-F238E27FC236}">
                <a16:creationId xmlns:a16="http://schemas.microsoft.com/office/drawing/2014/main" id="{542E4046-A74B-2AD8-06DF-2C056F34F60C}"/>
              </a:ext>
            </a:extLst>
          </p:cNvPr>
          <p:cNvSpPr/>
          <p:nvPr/>
        </p:nvSpPr>
        <p:spPr>
          <a:xfrm>
            <a:off x="16052094" y="3659939"/>
            <a:ext cx="2072671" cy="25114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postorder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(root,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06" name="순서도: 처리 105">
            <a:extLst>
              <a:ext uri="{FF2B5EF4-FFF2-40B4-BE49-F238E27FC236}">
                <a16:creationId xmlns:a16="http://schemas.microsoft.com/office/drawing/2014/main" id="{7B62076C-B923-1486-104F-4BB804FD0AC5}"/>
              </a:ext>
            </a:extLst>
          </p:cNvPr>
          <p:cNvSpPr/>
          <p:nvPr/>
        </p:nvSpPr>
        <p:spPr>
          <a:xfrm>
            <a:off x="18250148" y="3614761"/>
            <a:ext cx="960111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57B6962-A62B-4069-48DD-A99C400349FD}"/>
              </a:ext>
            </a:extLst>
          </p:cNvPr>
          <p:cNvSpPr txBox="1"/>
          <p:nvPr/>
        </p:nvSpPr>
        <p:spPr>
          <a:xfrm>
            <a:off x="18030154" y="252665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6E4CDE2-A87A-7ED5-E8AD-EA7522C47C24}"/>
              </a:ext>
            </a:extLst>
          </p:cNvPr>
          <p:cNvSpPr txBox="1"/>
          <p:nvPr/>
        </p:nvSpPr>
        <p:spPr>
          <a:xfrm>
            <a:off x="16286649" y="204144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2B24A08-EA4F-79CA-7F47-DD207CABECC3}"/>
              </a:ext>
            </a:extLst>
          </p:cNvPr>
          <p:cNvSpPr txBox="1"/>
          <p:nvPr/>
        </p:nvSpPr>
        <p:spPr>
          <a:xfrm>
            <a:off x="15279495" y="249684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35652459-236C-F198-58ED-B000AB943A35}"/>
              </a:ext>
            </a:extLst>
          </p:cNvPr>
          <p:cNvCxnSpPr>
            <a:cxnSpLocks/>
          </p:cNvCxnSpPr>
          <p:nvPr/>
        </p:nvCxnSpPr>
        <p:spPr>
          <a:xfrm flipH="1">
            <a:off x="11621634" y="2260602"/>
            <a:ext cx="8860919" cy="704708"/>
          </a:xfrm>
          <a:prstGeom prst="bentConnector3">
            <a:avLst>
              <a:gd name="adj1" fmla="val -258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475AEB22-D652-AF7B-935E-E5D633B927A0}"/>
              </a:ext>
            </a:extLst>
          </p:cNvPr>
          <p:cNvCxnSpPr>
            <a:endCxn id="83" idx="0"/>
          </p:cNvCxnSpPr>
          <p:nvPr/>
        </p:nvCxnSpPr>
        <p:spPr>
          <a:xfrm>
            <a:off x="14104156" y="1735630"/>
            <a:ext cx="1" cy="113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F6DCE927-5633-67BA-328D-05F474CC78AB}"/>
              </a:ext>
            </a:extLst>
          </p:cNvPr>
          <p:cNvCxnSpPr>
            <a:stCxn id="83" idx="3"/>
            <a:endCxn id="87" idx="1"/>
          </p:cNvCxnSpPr>
          <p:nvPr/>
        </p:nvCxnSpPr>
        <p:spPr>
          <a:xfrm>
            <a:off x="15187829" y="2003500"/>
            <a:ext cx="124369" cy="1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899C9F3E-E96B-678D-6B36-4DB4E780EB55}"/>
              </a:ext>
            </a:extLst>
          </p:cNvPr>
          <p:cNvCxnSpPr>
            <a:stCxn id="87" idx="3"/>
            <a:endCxn id="88" idx="1"/>
          </p:cNvCxnSpPr>
          <p:nvPr/>
        </p:nvCxnSpPr>
        <p:spPr>
          <a:xfrm>
            <a:off x="16329463" y="2005496"/>
            <a:ext cx="371876" cy="16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3DC107AC-18A1-8FE2-1D35-B24D00289E9C}"/>
              </a:ext>
            </a:extLst>
          </p:cNvPr>
          <p:cNvCxnSpPr>
            <a:cxnSpLocks/>
          </p:cNvCxnSpPr>
          <p:nvPr/>
        </p:nvCxnSpPr>
        <p:spPr>
          <a:xfrm>
            <a:off x="19727843" y="2503981"/>
            <a:ext cx="255417" cy="2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85659BF6-9C11-AC64-0512-4C686181C494}"/>
              </a:ext>
            </a:extLst>
          </p:cNvPr>
          <p:cNvCxnSpPr>
            <a:stCxn id="94" idx="3"/>
            <a:endCxn id="95" idx="1"/>
          </p:cNvCxnSpPr>
          <p:nvPr/>
        </p:nvCxnSpPr>
        <p:spPr>
          <a:xfrm flipV="1">
            <a:off x="16625923" y="2356179"/>
            <a:ext cx="236792" cy="2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3FC0F2CB-77EA-D6DB-25E8-39DF8B687E73}"/>
              </a:ext>
            </a:extLst>
          </p:cNvPr>
          <p:cNvCxnSpPr>
            <a:endCxn id="96" idx="0"/>
          </p:cNvCxnSpPr>
          <p:nvPr/>
        </p:nvCxnSpPr>
        <p:spPr>
          <a:xfrm>
            <a:off x="14104156" y="3410229"/>
            <a:ext cx="0" cy="200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0126C9B9-87AE-4965-78CA-FD55103D7F60}"/>
              </a:ext>
            </a:extLst>
          </p:cNvPr>
          <p:cNvCxnSpPr>
            <a:stCxn id="96" idx="3"/>
            <a:endCxn id="98" idx="1"/>
          </p:cNvCxnSpPr>
          <p:nvPr/>
        </p:nvCxnSpPr>
        <p:spPr>
          <a:xfrm>
            <a:off x="15617408" y="3951338"/>
            <a:ext cx="252521" cy="10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04A76FF8-18AF-7081-BAEB-BA6740BFD542}"/>
              </a:ext>
            </a:extLst>
          </p:cNvPr>
          <p:cNvCxnSpPr>
            <a:cxnSpLocks/>
          </p:cNvCxnSpPr>
          <p:nvPr/>
        </p:nvCxnSpPr>
        <p:spPr>
          <a:xfrm>
            <a:off x="18891282" y="3927845"/>
            <a:ext cx="125383" cy="4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4606E6F-13CF-B79E-22E2-FFFDDC4C4860}"/>
              </a:ext>
            </a:extLst>
          </p:cNvPr>
          <p:cNvCxnSpPr>
            <a:stCxn id="104" idx="3"/>
            <a:endCxn id="105" idx="1"/>
          </p:cNvCxnSpPr>
          <p:nvPr/>
        </p:nvCxnSpPr>
        <p:spPr>
          <a:xfrm>
            <a:off x="15935384" y="3784487"/>
            <a:ext cx="116710" cy="1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52FF5F7A-BF0E-4F44-D1E2-B6744C66D193}"/>
              </a:ext>
            </a:extLst>
          </p:cNvPr>
          <p:cNvCxnSpPr>
            <a:stCxn id="105" idx="3"/>
            <a:endCxn id="106" idx="1"/>
          </p:cNvCxnSpPr>
          <p:nvPr/>
        </p:nvCxnSpPr>
        <p:spPr>
          <a:xfrm flipV="1">
            <a:off x="18124765" y="3780042"/>
            <a:ext cx="125383" cy="5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D94E14FE-3141-B834-B157-B62BAA754331}"/>
              </a:ext>
            </a:extLst>
          </p:cNvPr>
          <p:cNvCxnSpPr>
            <a:stCxn id="92" idx="3"/>
            <a:endCxn id="93" idx="1"/>
          </p:cNvCxnSpPr>
          <p:nvPr/>
        </p:nvCxnSpPr>
        <p:spPr>
          <a:xfrm flipV="1">
            <a:off x="18316748" y="2815513"/>
            <a:ext cx="245586" cy="15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946775" y="1957251"/>
            <a:ext cx="1118739" cy="46163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1" name="순서도: 종속 처리 80">
            <a:extLst>
              <a:ext uri="{FF2B5EF4-FFF2-40B4-BE49-F238E27FC236}">
                <a16:creationId xmlns:a16="http://schemas.microsoft.com/office/drawing/2014/main" id="{37A39742-9307-B75E-B67F-C590DE23CA38}"/>
              </a:ext>
            </a:extLst>
          </p:cNvPr>
          <p:cNvSpPr/>
          <p:nvPr/>
        </p:nvSpPr>
        <p:spPr>
          <a:xfrm>
            <a:off x="2262478" y="2076488"/>
            <a:ext cx="2709271" cy="22316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root = push(root, num,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9" name="순서도: 판단 98">
            <a:extLst>
              <a:ext uri="{FF2B5EF4-FFF2-40B4-BE49-F238E27FC236}">
                <a16:creationId xmlns:a16="http://schemas.microsoft.com/office/drawing/2014/main" id="{7A31CF88-AEEB-9FF3-567E-E1B26CD80171}"/>
              </a:ext>
            </a:extLst>
          </p:cNvPr>
          <p:cNvSpPr/>
          <p:nvPr/>
        </p:nvSpPr>
        <p:spPr>
          <a:xfrm>
            <a:off x="946774" y="2565972"/>
            <a:ext cx="1118739" cy="46163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top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0" name="순서도: 판단 99">
            <a:extLst>
              <a:ext uri="{FF2B5EF4-FFF2-40B4-BE49-F238E27FC236}">
                <a16:creationId xmlns:a16="http://schemas.microsoft.com/office/drawing/2014/main" id="{A5D16BC6-6F80-96F6-63C4-AF34C20D9B61}"/>
              </a:ext>
            </a:extLst>
          </p:cNvPr>
          <p:cNvSpPr/>
          <p:nvPr/>
        </p:nvSpPr>
        <p:spPr>
          <a:xfrm>
            <a:off x="946773" y="3195441"/>
            <a:ext cx="1118739" cy="46163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1" name="순서도: 종속 처리 100">
            <a:extLst>
              <a:ext uri="{FF2B5EF4-FFF2-40B4-BE49-F238E27FC236}">
                <a16:creationId xmlns:a16="http://schemas.microsoft.com/office/drawing/2014/main" id="{22EB00B6-FD76-542B-3C91-6C26455D8E46}"/>
              </a:ext>
            </a:extLst>
          </p:cNvPr>
          <p:cNvSpPr/>
          <p:nvPr/>
        </p:nvSpPr>
        <p:spPr>
          <a:xfrm>
            <a:off x="2262477" y="2676745"/>
            <a:ext cx="2709271" cy="22316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top(root,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2" name="순서도: 종속 처리 101">
            <a:extLst>
              <a:ext uri="{FF2B5EF4-FFF2-40B4-BE49-F238E27FC236}">
                <a16:creationId xmlns:a16="http://schemas.microsoft.com/office/drawing/2014/main" id="{E1E72392-EA42-19B1-6AEF-7E2A24343B5D}"/>
              </a:ext>
            </a:extLst>
          </p:cNvPr>
          <p:cNvSpPr/>
          <p:nvPr/>
        </p:nvSpPr>
        <p:spPr>
          <a:xfrm>
            <a:off x="2262532" y="3249361"/>
            <a:ext cx="2709271" cy="366918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root = pop(root,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max_node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(root),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ofp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);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B4681F91-CF35-D05B-809F-9E36FF919EA5}"/>
              </a:ext>
            </a:extLst>
          </p:cNvPr>
          <p:cNvCxnSpPr>
            <a:stCxn id="4" idx="3"/>
            <a:endCxn id="2" idx="1"/>
          </p:cNvCxnSpPr>
          <p:nvPr/>
        </p:nvCxnSpPr>
        <p:spPr>
          <a:xfrm flipV="1">
            <a:off x="1049578" y="506672"/>
            <a:ext cx="148226" cy="2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4FC38F94-4279-F8EB-78E3-171BD3608AE2}"/>
              </a:ext>
            </a:extLst>
          </p:cNvPr>
          <p:cNvCxnSpPr>
            <a:stCxn id="2" idx="2"/>
            <a:endCxn id="71" idx="0"/>
          </p:cNvCxnSpPr>
          <p:nvPr/>
        </p:nvCxnSpPr>
        <p:spPr>
          <a:xfrm>
            <a:off x="2318002" y="726805"/>
            <a:ext cx="0" cy="130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7307E877-8427-89BE-CCA2-72DBEECE11ED}"/>
              </a:ext>
            </a:extLst>
          </p:cNvPr>
          <p:cNvCxnSpPr>
            <a:stCxn id="71" idx="2"/>
          </p:cNvCxnSpPr>
          <p:nvPr/>
        </p:nvCxnSpPr>
        <p:spPr>
          <a:xfrm>
            <a:off x="2318002" y="1321365"/>
            <a:ext cx="0" cy="135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CF29FF69-5B29-0629-F74F-F3C5252A9306}"/>
              </a:ext>
            </a:extLst>
          </p:cNvPr>
          <p:cNvCxnSpPr>
            <a:stCxn id="18" idx="3"/>
            <a:endCxn id="81" idx="1"/>
          </p:cNvCxnSpPr>
          <p:nvPr/>
        </p:nvCxnSpPr>
        <p:spPr>
          <a:xfrm>
            <a:off x="2065514" y="2188070"/>
            <a:ext cx="1969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A4296332-E4C3-3636-9624-FCD60E7E6C40}"/>
              </a:ext>
            </a:extLst>
          </p:cNvPr>
          <p:cNvCxnSpPr>
            <a:stCxn id="18" idx="2"/>
            <a:endCxn id="99" idx="0"/>
          </p:cNvCxnSpPr>
          <p:nvPr/>
        </p:nvCxnSpPr>
        <p:spPr>
          <a:xfrm flipH="1">
            <a:off x="1506144" y="2418889"/>
            <a:ext cx="1" cy="147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6AE00B96-6F71-CC20-6AE7-B5CE52419274}"/>
              </a:ext>
            </a:extLst>
          </p:cNvPr>
          <p:cNvCxnSpPr>
            <a:stCxn id="99" idx="3"/>
            <a:endCxn id="101" idx="1"/>
          </p:cNvCxnSpPr>
          <p:nvPr/>
        </p:nvCxnSpPr>
        <p:spPr>
          <a:xfrm flipV="1">
            <a:off x="2065513" y="2788327"/>
            <a:ext cx="196964" cy="8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56C28073-19C5-C61A-902A-2DF4852879FE}"/>
              </a:ext>
            </a:extLst>
          </p:cNvPr>
          <p:cNvCxnSpPr>
            <a:stCxn id="99" idx="2"/>
            <a:endCxn id="100" idx="0"/>
          </p:cNvCxnSpPr>
          <p:nvPr/>
        </p:nvCxnSpPr>
        <p:spPr>
          <a:xfrm flipH="1">
            <a:off x="1506143" y="3027610"/>
            <a:ext cx="1" cy="167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15CA2223-3CAB-0BA7-7FF4-8F2AEBBA61DF}"/>
              </a:ext>
            </a:extLst>
          </p:cNvPr>
          <p:cNvCxnSpPr>
            <a:stCxn id="100" idx="3"/>
            <a:endCxn id="102" idx="1"/>
          </p:cNvCxnSpPr>
          <p:nvPr/>
        </p:nvCxnSpPr>
        <p:spPr>
          <a:xfrm>
            <a:off x="2065512" y="3426260"/>
            <a:ext cx="197020" cy="6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91759F24-C708-1524-E12F-9343C5273A80}"/>
              </a:ext>
            </a:extLst>
          </p:cNvPr>
          <p:cNvCxnSpPr>
            <a:endCxn id="79" idx="0"/>
          </p:cNvCxnSpPr>
          <p:nvPr/>
        </p:nvCxnSpPr>
        <p:spPr>
          <a:xfrm>
            <a:off x="2394284" y="3767643"/>
            <a:ext cx="1" cy="186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8D111174-4053-EB30-057A-711E93EEDE63}"/>
              </a:ext>
            </a:extLst>
          </p:cNvPr>
          <p:cNvSpPr txBox="1"/>
          <p:nvPr/>
        </p:nvSpPr>
        <p:spPr>
          <a:xfrm>
            <a:off x="1788182" y="187918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A3946CF-DD40-73EC-DCEF-D29883528C26}"/>
              </a:ext>
            </a:extLst>
          </p:cNvPr>
          <p:cNvSpPr txBox="1"/>
          <p:nvPr/>
        </p:nvSpPr>
        <p:spPr>
          <a:xfrm>
            <a:off x="1777480" y="245799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4EF2C95-781C-AB6F-9154-A9A6F17E34A8}"/>
              </a:ext>
            </a:extLst>
          </p:cNvPr>
          <p:cNvSpPr txBox="1"/>
          <p:nvPr/>
        </p:nvSpPr>
        <p:spPr>
          <a:xfrm>
            <a:off x="1777480" y="311298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C5CD783-EDFE-2427-21C2-7EFB8114D9E7}"/>
              </a:ext>
            </a:extLst>
          </p:cNvPr>
          <p:cNvSpPr txBox="1"/>
          <p:nvPr/>
        </p:nvSpPr>
        <p:spPr>
          <a:xfrm>
            <a:off x="945821" y="229965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8F78555-B42A-1183-9CCF-B42DAD90A10D}"/>
              </a:ext>
            </a:extLst>
          </p:cNvPr>
          <p:cNvSpPr txBox="1"/>
          <p:nvPr/>
        </p:nvSpPr>
        <p:spPr>
          <a:xfrm>
            <a:off x="941664" y="2965310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2712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59EB4062-031E-A548-CAF0-6201B07DE202}"/>
              </a:ext>
            </a:extLst>
          </p:cNvPr>
          <p:cNvSpPr/>
          <p:nvPr/>
        </p:nvSpPr>
        <p:spPr>
          <a:xfrm>
            <a:off x="227504" y="230939"/>
            <a:ext cx="2601421" cy="5484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EXIT_ROW, EXIT_COL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66DF5416-EC87-D201-311D-B9E9DF117416}"/>
              </a:ext>
            </a:extLst>
          </p:cNvPr>
          <p:cNvSpPr/>
          <p:nvPr/>
        </p:nvSpPr>
        <p:spPr>
          <a:xfrm>
            <a:off x="10303598" y="1984046"/>
            <a:ext cx="1530275" cy="14382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entry_node{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row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col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value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846070D1-3B03-4934-4C4A-213AF68B76E1}"/>
              </a:ext>
            </a:extLst>
          </p:cNvPr>
          <p:cNvSpPr/>
          <p:nvPr/>
        </p:nvSpPr>
        <p:spPr>
          <a:xfrm>
            <a:off x="227505" y="945371"/>
            <a:ext cx="2001346" cy="14382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offsets{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short int vert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short int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horiz</a:t>
            </a:r>
            <a:endParaRPr lang="en-US" altLang="ko-KR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DA56DF7F-D8A4-110C-11F6-632F7A9F305A}"/>
              </a:ext>
            </a:extLst>
          </p:cNvPr>
          <p:cNvSpPr/>
          <p:nvPr/>
        </p:nvSpPr>
        <p:spPr>
          <a:xfrm>
            <a:off x="7405763" y="4087488"/>
            <a:ext cx="4786237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matrix_pointer new_node(){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matrix_pointer newnode;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newnode = malloc(sizeof(matrix_node));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return newnode;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DD3CC3B2-1753-A3ED-9964-641A20CBD36C}"/>
              </a:ext>
            </a:extLst>
          </p:cNvPr>
          <p:cNvSpPr/>
          <p:nvPr/>
        </p:nvSpPr>
        <p:spPr>
          <a:xfrm>
            <a:off x="7988670" y="5740226"/>
            <a:ext cx="3845203" cy="74138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matrix_pointer hdnode [MAX_SIZE]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matrix_pointer hdnode_t [MAX_SIZE]</a:t>
            </a: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AA12257F-C715-26BC-7CF2-8E6B6EC589FD}"/>
              </a:ext>
            </a:extLst>
          </p:cNvPr>
          <p:cNvSpPr/>
          <p:nvPr/>
        </p:nvSpPr>
        <p:spPr>
          <a:xfrm>
            <a:off x="7169273" y="1075930"/>
            <a:ext cx="3430096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int spop(stack* s)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F49A4465-11B4-DBC3-21C7-C2D68B1CB7D2}"/>
              </a:ext>
            </a:extLst>
          </p:cNvPr>
          <p:cNvSpPr/>
          <p:nvPr/>
        </p:nvSpPr>
        <p:spPr>
          <a:xfrm>
            <a:off x="7543367" y="2676557"/>
            <a:ext cx="4039034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precedence push(pstack* s)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pstack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19CABBEC-189C-7998-39CC-C55451C64CC9}"/>
              </a:ext>
            </a:extLst>
          </p:cNvPr>
          <p:cNvSpPr/>
          <p:nvPr/>
        </p:nvSpPr>
        <p:spPr>
          <a:xfrm>
            <a:off x="3213005" y="230939"/>
            <a:ext cx="2601421" cy="5484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node_pointer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28533810-3F9A-2BC0-33C9-F80EDF4AF5DD}"/>
              </a:ext>
            </a:extLst>
          </p:cNvPr>
          <p:cNvSpPr/>
          <p:nvPr/>
        </p:nvSpPr>
        <p:spPr>
          <a:xfrm>
            <a:off x="9113812" y="166130"/>
            <a:ext cx="1954923" cy="51070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MAX_SIZE = 50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46F0AC8F-DF02-FA74-DE33-062947D4B8A0}"/>
              </a:ext>
            </a:extLst>
          </p:cNvPr>
          <p:cNvSpPr/>
          <p:nvPr/>
        </p:nvSpPr>
        <p:spPr>
          <a:xfrm>
            <a:off x="3213004" y="2549624"/>
            <a:ext cx="2001346" cy="14382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element{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short int row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short int col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short int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dir</a:t>
            </a:r>
            <a:endParaRPr lang="en-US" altLang="ko-KR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8CDE4969-04DD-39D8-826F-979BC7EA4EF3}"/>
              </a:ext>
            </a:extLst>
          </p:cNvPr>
          <p:cNvSpPr/>
          <p:nvPr/>
        </p:nvSpPr>
        <p:spPr>
          <a:xfrm>
            <a:off x="3213004" y="945371"/>
            <a:ext cx="2730595" cy="14382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node_pointer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llink</a:t>
            </a:r>
            <a:endParaRPr lang="en-US" altLang="ko-KR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element item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node_pointer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endParaRPr lang="en-US" altLang="ko-KR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563D37C2-372B-93F4-790F-6C2FB1C7B8B7}"/>
              </a:ext>
            </a:extLst>
          </p:cNvPr>
          <p:cNvSpPr/>
          <p:nvPr/>
        </p:nvSpPr>
        <p:spPr>
          <a:xfrm>
            <a:off x="227504" y="3216207"/>
            <a:ext cx="2001346" cy="77169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maze[100][100]</a:t>
            </a:r>
          </a:p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mark [100][100]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0BFDB5DC-A63B-293F-45DF-B35BD69B3169}"/>
              </a:ext>
            </a:extLst>
          </p:cNvPr>
          <p:cNvSpPr/>
          <p:nvPr/>
        </p:nvSpPr>
        <p:spPr>
          <a:xfrm>
            <a:off x="227504" y="2544576"/>
            <a:ext cx="1788188" cy="51070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offsets move[8]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A7ED0775-0ECD-CB33-289C-A2B39FA68BDD}"/>
              </a:ext>
            </a:extLst>
          </p:cNvPr>
          <p:cNvSpPr/>
          <p:nvPr/>
        </p:nvSpPr>
        <p:spPr>
          <a:xfrm>
            <a:off x="227504" y="4170727"/>
            <a:ext cx="4786237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node_pointer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new_node(){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node_pointer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newnode;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newnode = malloc(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sizeof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));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return newnode;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583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종속 처리 5">
            <a:extLst>
              <a:ext uri="{FF2B5EF4-FFF2-40B4-BE49-F238E27FC236}">
                <a16:creationId xmlns:a16="http://schemas.microsoft.com/office/drawing/2014/main" id="{4812518A-7A00-0665-08ED-2E28F605FF30}"/>
              </a:ext>
            </a:extLst>
          </p:cNvPr>
          <p:cNvSpPr/>
          <p:nvPr/>
        </p:nvSpPr>
        <p:spPr>
          <a:xfrm>
            <a:off x="8460312" y="5936143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 = mread();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51C1B845-7B9F-55C1-DCE6-A55D5679001A}"/>
              </a:ext>
            </a:extLst>
          </p:cNvPr>
          <p:cNvSpPr/>
          <p:nvPr/>
        </p:nvSpPr>
        <p:spPr>
          <a:xfrm>
            <a:off x="9931961" y="5870697"/>
            <a:ext cx="838200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E74135-31DE-93A0-B4F6-127F6DC37A72}"/>
              </a:ext>
            </a:extLst>
          </p:cNvPr>
          <p:cNvSpPr txBox="1"/>
          <p:nvPr/>
        </p:nvSpPr>
        <p:spPr>
          <a:xfrm>
            <a:off x="820706" y="2379194"/>
            <a:ext cx="6896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dinsert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node_pointer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node_pointer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newnode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순서도: 종속 처리 11">
            <a:extLst>
              <a:ext uri="{FF2B5EF4-FFF2-40B4-BE49-F238E27FC236}">
                <a16:creationId xmlns:a16="http://schemas.microsoft.com/office/drawing/2014/main" id="{37E6048D-90D1-02D3-1F80-81F4ED0B3947}"/>
              </a:ext>
            </a:extLst>
          </p:cNvPr>
          <p:cNvSpPr/>
          <p:nvPr/>
        </p:nvSpPr>
        <p:spPr>
          <a:xfrm>
            <a:off x="8773117" y="4494379"/>
            <a:ext cx="3155888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*hdnode_t = mtranspose(*hdnode);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순서도: 종속 처리 14">
            <a:extLst>
              <a:ext uri="{FF2B5EF4-FFF2-40B4-BE49-F238E27FC236}">
                <a16:creationId xmlns:a16="http://schemas.microsoft.com/office/drawing/2014/main" id="{5FC326E2-9C21-5A16-3F70-F726951A214B}"/>
              </a:ext>
            </a:extLst>
          </p:cNvPr>
          <p:cNvSpPr/>
          <p:nvPr/>
        </p:nvSpPr>
        <p:spPr>
          <a:xfrm>
            <a:off x="8996427" y="5182538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mwrite(*hdnode_t)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63EFC35-6063-8886-8F30-507C155AD71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9814946" y="6424826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DFBC0D1-5BC2-E10A-CB82-970416CFBF88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>
            <a:off x="10351061" y="4983062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DD11604-CCE1-A970-BC7E-9F3F53EC36F2}"/>
              </a:ext>
            </a:extLst>
          </p:cNvPr>
          <p:cNvCxnSpPr>
            <a:stCxn id="15" idx="2"/>
            <a:endCxn id="7" idx="0"/>
          </p:cNvCxnSpPr>
          <p:nvPr/>
        </p:nvCxnSpPr>
        <p:spPr>
          <a:xfrm flipH="1">
            <a:off x="10351061" y="5671221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22D0F69F-202B-B213-10A5-09A8641306B0}"/>
              </a:ext>
            </a:extLst>
          </p:cNvPr>
          <p:cNvSpPr/>
          <p:nvPr/>
        </p:nvSpPr>
        <p:spPr>
          <a:xfrm>
            <a:off x="5084753" y="4962050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==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판단 8">
            <a:extLst>
              <a:ext uri="{FF2B5EF4-FFF2-40B4-BE49-F238E27FC236}">
                <a16:creationId xmlns:a16="http://schemas.microsoft.com/office/drawing/2014/main" id="{4ECD0831-B67D-4FE8-A8A2-C9730CACA626}"/>
              </a:ext>
            </a:extLst>
          </p:cNvPr>
          <p:cNvSpPr/>
          <p:nvPr/>
        </p:nvSpPr>
        <p:spPr>
          <a:xfrm>
            <a:off x="5084752" y="5523947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&gt;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571878F7-1B6F-2134-C05A-642E7F57D3A5}"/>
              </a:ext>
            </a:extLst>
          </p:cNvPr>
          <p:cNvSpPr/>
          <p:nvPr/>
        </p:nvSpPr>
        <p:spPr>
          <a:xfrm>
            <a:off x="7096669" y="4427877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-1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19AD43B2-22CC-21E2-7301-A08172CCF72F}"/>
              </a:ext>
            </a:extLst>
          </p:cNvPr>
          <p:cNvSpPr/>
          <p:nvPr/>
        </p:nvSpPr>
        <p:spPr>
          <a:xfrm>
            <a:off x="7096669" y="4993669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0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355B47D0-78BA-B3AA-5A82-0B30D1C10907}"/>
              </a:ext>
            </a:extLst>
          </p:cNvPr>
          <p:cNvSpPr/>
          <p:nvPr/>
        </p:nvSpPr>
        <p:spPr>
          <a:xfrm>
            <a:off x="7096669" y="5555566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1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D323082-A2F8-8A28-6E52-CEF275C50568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5971375" y="5450733"/>
            <a:ext cx="1" cy="7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6783653-E470-2B10-FFD7-B927CD1BF90C}"/>
              </a:ext>
            </a:extLst>
          </p:cNvPr>
          <p:cNvCxnSpPr>
            <a:stCxn id="8" idx="3"/>
            <a:endCxn id="13" idx="1"/>
          </p:cNvCxnSpPr>
          <p:nvPr/>
        </p:nvCxnSpPr>
        <p:spPr>
          <a:xfrm flipV="1">
            <a:off x="6857998" y="5206391"/>
            <a:ext cx="2386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364F086-00C1-6E7E-B3D2-536EE616A887}"/>
              </a:ext>
            </a:extLst>
          </p:cNvPr>
          <p:cNvCxnSpPr>
            <a:stCxn id="9" idx="3"/>
            <a:endCxn id="16" idx="1"/>
          </p:cNvCxnSpPr>
          <p:nvPr/>
        </p:nvCxnSpPr>
        <p:spPr>
          <a:xfrm flipV="1">
            <a:off x="6857997" y="5768288"/>
            <a:ext cx="23867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C41BA4B3-465B-A565-E92B-590F12805B31}"/>
              </a:ext>
            </a:extLst>
          </p:cNvPr>
          <p:cNvSpPr/>
          <p:nvPr/>
        </p:nvSpPr>
        <p:spPr>
          <a:xfrm>
            <a:off x="2708557" y="1542475"/>
            <a:ext cx="3120742" cy="6812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newnode</a:t>
            </a:r>
          </a:p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newnode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7" name="순서도: 처리 46">
            <a:extLst>
              <a:ext uri="{FF2B5EF4-FFF2-40B4-BE49-F238E27FC236}">
                <a16:creationId xmlns:a16="http://schemas.microsoft.com/office/drawing/2014/main" id="{EFF3B648-2935-ACD2-DC74-DB428B54B99C}"/>
              </a:ext>
            </a:extLst>
          </p:cNvPr>
          <p:cNvSpPr/>
          <p:nvPr/>
        </p:nvSpPr>
        <p:spPr>
          <a:xfrm>
            <a:off x="3938831" y="5146821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2" name="순서도: 처리 51">
            <a:extLst>
              <a:ext uri="{FF2B5EF4-FFF2-40B4-BE49-F238E27FC236}">
                <a16:creationId xmlns:a16="http://schemas.microsoft.com/office/drawing/2014/main" id="{F175441A-E7F8-9FF8-1442-E01F7301B401}"/>
              </a:ext>
            </a:extLst>
          </p:cNvPr>
          <p:cNvSpPr/>
          <p:nvPr/>
        </p:nvSpPr>
        <p:spPr>
          <a:xfrm>
            <a:off x="4351025" y="4303864"/>
            <a:ext cx="3648196" cy="2937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for(b=b-&gt;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link;b;b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=b-&gt;link) (element of b)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7FCA5D83-484B-B8E6-A64A-A69D28D24737}"/>
              </a:ext>
            </a:extLst>
          </p:cNvPr>
          <p:cNvSpPr/>
          <p:nvPr/>
        </p:nvSpPr>
        <p:spPr>
          <a:xfrm>
            <a:off x="4351024" y="4584267"/>
            <a:ext cx="3648196" cy="45719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1CA567D9-634F-02C0-B720-B83E7A9E3F39}"/>
              </a:ext>
            </a:extLst>
          </p:cNvPr>
          <p:cNvSpPr/>
          <p:nvPr/>
        </p:nvSpPr>
        <p:spPr>
          <a:xfrm>
            <a:off x="4501692" y="4676206"/>
            <a:ext cx="3378423" cy="28708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add multiplied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at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[added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expon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E528C93C-CED4-B847-DEA7-9471177BE67B}"/>
              </a:ext>
            </a:extLst>
          </p:cNvPr>
          <p:cNvSpPr/>
          <p:nvPr/>
        </p:nvSpPr>
        <p:spPr>
          <a:xfrm>
            <a:off x="3794793" y="132765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AB11AEB8-A3E1-85A7-C582-C9654AF96108}"/>
              </a:ext>
            </a:extLst>
          </p:cNvPr>
          <p:cNvSpPr/>
          <p:nvPr/>
        </p:nvSpPr>
        <p:spPr>
          <a:xfrm>
            <a:off x="2708556" y="730548"/>
            <a:ext cx="3120743" cy="6812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node</a:t>
            </a:r>
          </a:p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node-&gt;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9E6E319-5E27-9910-1C37-FAB6FC9177C1}"/>
              </a:ext>
            </a:extLst>
          </p:cNvPr>
          <p:cNvCxnSpPr>
            <a:stCxn id="5" idx="2"/>
            <a:endCxn id="10" idx="0"/>
          </p:cNvCxnSpPr>
          <p:nvPr/>
        </p:nvCxnSpPr>
        <p:spPr>
          <a:xfrm>
            <a:off x="4268927" y="573031"/>
            <a:ext cx="1" cy="157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8E6EA02-EA78-3137-E23F-1B1D537841EF}"/>
              </a:ext>
            </a:extLst>
          </p:cNvPr>
          <p:cNvCxnSpPr>
            <a:stCxn id="10" idx="2"/>
            <a:endCxn id="18" idx="0"/>
          </p:cNvCxnSpPr>
          <p:nvPr/>
        </p:nvCxnSpPr>
        <p:spPr>
          <a:xfrm>
            <a:off x="4268928" y="1411756"/>
            <a:ext cx="0" cy="130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429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종속 처리 5">
            <a:extLst>
              <a:ext uri="{FF2B5EF4-FFF2-40B4-BE49-F238E27FC236}">
                <a16:creationId xmlns:a16="http://schemas.microsoft.com/office/drawing/2014/main" id="{4812518A-7A00-0665-08ED-2E28F605FF30}"/>
              </a:ext>
            </a:extLst>
          </p:cNvPr>
          <p:cNvSpPr/>
          <p:nvPr/>
        </p:nvSpPr>
        <p:spPr>
          <a:xfrm>
            <a:off x="8955612" y="6533192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 = mread();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51C1B845-7B9F-55C1-DCE6-A55D5679001A}"/>
              </a:ext>
            </a:extLst>
          </p:cNvPr>
          <p:cNvSpPr/>
          <p:nvPr/>
        </p:nvSpPr>
        <p:spPr>
          <a:xfrm>
            <a:off x="10427261" y="6467746"/>
            <a:ext cx="838200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E74135-31DE-93A0-B4F6-127F6DC37A72}"/>
              </a:ext>
            </a:extLst>
          </p:cNvPr>
          <p:cNvSpPr txBox="1"/>
          <p:nvPr/>
        </p:nvSpPr>
        <p:spPr>
          <a:xfrm>
            <a:off x="1630621" y="3593534"/>
            <a:ext cx="7023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element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ddelete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node_pointer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node_pointer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순서도: 종속 처리 11">
            <a:extLst>
              <a:ext uri="{FF2B5EF4-FFF2-40B4-BE49-F238E27FC236}">
                <a16:creationId xmlns:a16="http://schemas.microsoft.com/office/drawing/2014/main" id="{37E6048D-90D1-02D3-1F80-81F4ED0B3947}"/>
              </a:ext>
            </a:extLst>
          </p:cNvPr>
          <p:cNvSpPr/>
          <p:nvPr/>
        </p:nvSpPr>
        <p:spPr>
          <a:xfrm>
            <a:off x="9268417" y="5091428"/>
            <a:ext cx="3155888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*hdnode_t = mtranspose(*hdnode);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순서도: 종속 처리 14">
            <a:extLst>
              <a:ext uri="{FF2B5EF4-FFF2-40B4-BE49-F238E27FC236}">
                <a16:creationId xmlns:a16="http://schemas.microsoft.com/office/drawing/2014/main" id="{5FC326E2-9C21-5A16-3F70-F726951A214B}"/>
              </a:ext>
            </a:extLst>
          </p:cNvPr>
          <p:cNvSpPr/>
          <p:nvPr/>
        </p:nvSpPr>
        <p:spPr>
          <a:xfrm>
            <a:off x="9491727" y="5779587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mwrite(*hdnode_t)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63EFC35-6063-8886-8F30-507C155AD71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0310246" y="7021875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DFBC0D1-5BC2-E10A-CB82-970416CFBF88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>
            <a:off x="10846361" y="5580111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DD11604-CCE1-A970-BC7E-9F3F53EC36F2}"/>
              </a:ext>
            </a:extLst>
          </p:cNvPr>
          <p:cNvCxnSpPr>
            <a:stCxn id="15" idx="2"/>
            <a:endCxn id="7" idx="0"/>
          </p:cNvCxnSpPr>
          <p:nvPr/>
        </p:nvCxnSpPr>
        <p:spPr>
          <a:xfrm flipH="1">
            <a:off x="10846361" y="6268270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22D0F69F-202B-B213-10A5-09A8641306B0}"/>
              </a:ext>
            </a:extLst>
          </p:cNvPr>
          <p:cNvSpPr/>
          <p:nvPr/>
        </p:nvSpPr>
        <p:spPr>
          <a:xfrm>
            <a:off x="5580053" y="5559099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==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판단 8">
            <a:extLst>
              <a:ext uri="{FF2B5EF4-FFF2-40B4-BE49-F238E27FC236}">
                <a16:creationId xmlns:a16="http://schemas.microsoft.com/office/drawing/2014/main" id="{4ECD0831-B67D-4FE8-A8A2-C9730CACA626}"/>
              </a:ext>
            </a:extLst>
          </p:cNvPr>
          <p:cNvSpPr/>
          <p:nvPr/>
        </p:nvSpPr>
        <p:spPr>
          <a:xfrm>
            <a:off x="5580052" y="6120996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&gt;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571878F7-1B6F-2134-C05A-642E7F57D3A5}"/>
              </a:ext>
            </a:extLst>
          </p:cNvPr>
          <p:cNvSpPr/>
          <p:nvPr/>
        </p:nvSpPr>
        <p:spPr>
          <a:xfrm>
            <a:off x="7591969" y="5024926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-1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19AD43B2-22CC-21E2-7301-A08172CCF72F}"/>
              </a:ext>
            </a:extLst>
          </p:cNvPr>
          <p:cNvSpPr/>
          <p:nvPr/>
        </p:nvSpPr>
        <p:spPr>
          <a:xfrm>
            <a:off x="7591969" y="5590718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0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355B47D0-78BA-B3AA-5A82-0B30D1C10907}"/>
              </a:ext>
            </a:extLst>
          </p:cNvPr>
          <p:cNvSpPr/>
          <p:nvPr/>
        </p:nvSpPr>
        <p:spPr>
          <a:xfrm>
            <a:off x="7591969" y="6152615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1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D323082-A2F8-8A28-6E52-CEF275C50568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6466675" y="6047782"/>
            <a:ext cx="1" cy="7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6783653-E470-2B10-FFD7-B927CD1BF90C}"/>
              </a:ext>
            </a:extLst>
          </p:cNvPr>
          <p:cNvCxnSpPr>
            <a:stCxn id="8" idx="3"/>
            <a:endCxn id="13" idx="1"/>
          </p:cNvCxnSpPr>
          <p:nvPr/>
        </p:nvCxnSpPr>
        <p:spPr>
          <a:xfrm flipV="1">
            <a:off x="7353298" y="5803440"/>
            <a:ext cx="2386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364F086-00C1-6E7E-B3D2-536EE616A887}"/>
              </a:ext>
            </a:extLst>
          </p:cNvPr>
          <p:cNvCxnSpPr>
            <a:stCxn id="9" idx="3"/>
            <a:endCxn id="16" idx="1"/>
          </p:cNvCxnSpPr>
          <p:nvPr/>
        </p:nvCxnSpPr>
        <p:spPr>
          <a:xfrm flipV="1">
            <a:off x="7353297" y="6365337"/>
            <a:ext cx="23867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C41BA4B3-465B-A565-E92B-590F12805B31}"/>
              </a:ext>
            </a:extLst>
          </p:cNvPr>
          <p:cNvSpPr/>
          <p:nvPr/>
        </p:nvSpPr>
        <p:spPr>
          <a:xfrm>
            <a:off x="2354894" y="2726470"/>
            <a:ext cx="3606518" cy="6812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endParaRPr lang="en-US" altLang="ko-KR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llink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7" name="순서도: 처리 46">
            <a:extLst>
              <a:ext uri="{FF2B5EF4-FFF2-40B4-BE49-F238E27FC236}">
                <a16:creationId xmlns:a16="http://schemas.microsoft.com/office/drawing/2014/main" id="{EFF3B648-2935-ACD2-DC74-DB428B54B99C}"/>
              </a:ext>
            </a:extLst>
          </p:cNvPr>
          <p:cNvSpPr/>
          <p:nvPr/>
        </p:nvSpPr>
        <p:spPr>
          <a:xfrm>
            <a:off x="4434131" y="5743870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2" name="순서도: 처리 51">
            <a:extLst>
              <a:ext uri="{FF2B5EF4-FFF2-40B4-BE49-F238E27FC236}">
                <a16:creationId xmlns:a16="http://schemas.microsoft.com/office/drawing/2014/main" id="{F175441A-E7F8-9FF8-1442-E01F7301B401}"/>
              </a:ext>
            </a:extLst>
          </p:cNvPr>
          <p:cNvSpPr/>
          <p:nvPr/>
        </p:nvSpPr>
        <p:spPr>
          <a:xfrm>
            <a:off x="4846325" y="4900913"/>
            <a:ext cx="3648196" cy="2937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for(b=b-&gt;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link;b;b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=b-&gt;link) (element of b)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7FCA5D83-484B-B8E6-A64A-A69D28D24737}"/>
              </a:ext>
            </a:extLst>
          </p:cNvPr>
          <p:cNvSpPr/>
          <p:nvPr/>
        </p:nvSpPr>
        <p:spPr>
          <a:xfrm>
            <a:off x="4846324" y="5181316"/>
            <a:ext cx="3648196" cy="45719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1CA567D9-634F-02C0-B720-B83E7A9E3F39}"/>
              </a:ext>
            </a:extLst>
          </p:cNvPr>
          <p:cNvSpPr/>
          <p:nvPr/>
        </p:nvSpPr>
        <p:spPr>
          <a:xfrm>
            <a:off x="4996992" y="5273255"/>
            <a:ext cx="3378423" cy="28708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add multiplied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at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[added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expon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E528C93C-CED4-B847-DEA7-9471177BE67B}"/>
              </a:ext>
            </a:extLst>
          </p:cNvPr>
          <p:cNvSpPr/>
          <p:nvPr/>
        </p:nvSpPr>
        <p:spPr>
          <a:xfrm>
            <a:off x="3684021" y="39766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AB11AEB8-A3E1-85A7-C582-C9654AF96108}"/>
              </a:ext>
            </a:extLst>
          </p:cNvPr>
          <p:cNvSpPr/>
          <p:nvPr/>
        </p:nvSpPr>
        <p:spPr>
          <a:xfrm>
            <a:off x="2709136" y="606473"/>
            <a:ext cx="2898036" cy="6812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declare element temp</a:t>
            </a:r>
          </a:p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save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dnode’s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item at temp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순서도: 판단 2">
            <a:extLst>
              <a:ext uri="{FF2B5EF4-FFF2-40B4-BE49-F238E27FC236}">
                <a16:creationId xmlns:a16="http://schemas.microsoft.com/office/drawing/2014/main" id="{29E68F33-4E6C-EFE8-B91F-C3EF07B05703}"/>
              </a:ext>
            </a:extLst>
          </p:cNvPr>
          <p:cNvSpPr/>
          <p:nvPr/>
        </p:nvSpPr>
        <p:spPr>
          <a:xfrm>
            <a:off x="3174148" y="1424399"/>
            <a:ext cx="1968011" cy="105242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trying to delete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headnode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FF76C697-1715-E10A-4169-CB84A93DAA0F}"/>
              </a:ext>
            </a:extLst>
          </p:cNvPr>
          <p:cNvSpPr/>
          <p:nvPr/>
        </p:nvSpPr>
        <p:spPr>
          <a:xfrm>
            <a:off x="5413193" y="1610006"/>
            <a:ext cx="1282034" cy="6812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error message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FE578746-CDA7-CAF4-2E93-96B5E867F6B1}"/>
              </a:ext>
            </a:extLst>
          </p:cNvPr>
          <p:cNvSpPr/>
          <p:nvPr/>
        </p:nvSpPr>
        <p:spPr>
          <a:xfrm>
            <a:off x="6230590" y="2732719"/>
            <a:ext cx="1437777" cy="6812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temp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895D39-1A79-990E-F604-BDEED960785E}"/>
              </a:ext>
            </a:extLst>
          </p:cNvPr>
          <p:cNvSpPr txBox="1"/>
          <p:nvPr/>
        </p:nvSpPr>
        <p:spPr>
          <a:xfrm>
            <a:off x="3618218" y="239479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E5FD50-41E6-AAB8-2887-404DA8FEFC2B}"/>
              </a:ext>
            </a:extLst>
          </p:cNvPr>
          <p:cNvSpPr txBox="1"/>
          <p:nvPr/>
        </p:nvSpPr>
        <p:spPr>
          <a:xfrm>
            <a:off x="4915941" y="1634534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6B45FC5-AABC-95E3-05C7-1215BB1D4D28}"/>
              </a:ext>
            </a:extLst>
          </p:cNvPr>
          <p:cNvCxnSpPr>
            <a:stCxn id="5" idx="2"/>
            <a:endCxn id="10" idx="0"/>
          </p:cNvCxnSpPr>
          <p:nvPr/>
        </p:nvCxnSpPr>
        <p:spPr>
          <a:xfrm flipH="1">
            <a:off x="4158154" y="480032"/>
            <a:ext cx="1" cy="126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53B91B0-6EC5-6130-E91D-646531A32446}"/>
              </a:ext>
            </a:extLst>
          </p:cNvPr>
          <p:cNvCxnSpPr>
            <a:stCxn id="10" idx="2"/>
            <a:endCxn id="3" idx="0"/>
          </p:cNvCxnSpPr>
          <p:nvPr/>
        </p:nvCxnSpPr>
        <p:spPr>
          <a:xfrm>
            <a:off x="4158154" y="1287681"/>
            <a:ext cx="0" cy="136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17A2D47-1BC9-B001-EC3D-A92BC555F6C0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5142159" y="1950610"/>
            <a:ext cx="2710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2487025-507B-CB62-1A48-79866290EA6D}"/>
              </a:ext>
            </a:extLst>
          </p:cNvPr>
          <p:cNvCxnSpPr>
            <a:stCxn id="3" idx="2"/>
            <a:endCxn id="18" idx="0"/>
          </p:cNvCxnSpPr>
          <p:nvPr/>
        </p:nvCxnSpPr>
        <p:spPr>
          <a:xfrm flipH="1">
            <a:off x="4158153" y="2476821"/>
            <a:ext cx="1" cy="2496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6E42DE9B-7844-7EAC-9B28-B3A495ACCCA0}"/>
              </a:ext>
            </a:extLst>
          </p:cNvPr>
          <p:cNvCxnSpPr>
            <a:stCxn id="18" idx="3"/>
            <a:endCxn id="17" idx="1"/>
          </p:cNvCxnSpPr>
          <p:nvPr/>
        </p:nvCxnSpPr>
        <p:spPr>
          <a:xfrm>
            <a:off x="5961412" y="3067074"/>
            <a:ext cx="269178" cy="6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339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순서도: 처리 50">
            <a:extLst>
              <a:ext uri="{FF2B5EF4-FFF2-40B4-BE49-F238E27FC236}">
                <a16:creationId xmlns:a16="http://schemas.microsoft.com/office/drawing/2014/main" id="{2D8D3279-2C8F-CE42-707D-20A0ED5AB7BB}"/>
              </a:ext>
            </a:extLst>
          </p:cNvPr>
          <p:cNvSpPr/>
          <p:nvPr/>
        </p:nvSpPr>
        <p:spPr>
          <a:xfrm>
            <a:off x="329274" y="1472524"/>
            <a:ext cx="4870724" cy="489281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70946" y="423779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4774521" y="638553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path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0E09E288-BD54-F645-F99D-8835B91C4827}"/>
              </a:ext>
            </a:extLst>
          </p:cNvPr>
          <p:cNvSpPr/>
          <p:nvPr/>
        </p:nvSpPr>
        <p:spPr>
          <a:xfrm>
            <a:off x="1209713" y="423779"/>
            <a:ext cx="2466938" cy="4402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init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move[8]’s constant values</a:t>
            </a:r>
          </a:p>
          <a:p>
            <a:pPr algn="ctr"/>
            <a:r>
              <a:rPr lang="en-US" altLang="ko-KR" sz="1400" dirty="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rPr>
              <a:t>element 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position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F607C338-7A2C-E2BD-068E-7B02FFD5FE95}"/>
              </a:ext>
            </a:extLst>
          </p:cNvPr>
          <p:cNvSpPr/>
          <p:nvPr/>
        </p:nvSpPr>
        <p:spPr>
          <a:xfrm>
            <a:off x="13779419" y="5090688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node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7B75D0-C61B-878A-E0A8-9BD1C2EF73F2}"/>
              </a:ext>
            </a:extLst>
          </p:cNvPr>
          <p:cNvSpPr txBox="1"/>
          <p:nvPr/>
        </p:nvSpPr>
        <p:spPr>
          <a:xfrm>
            <a:off x="15781809" y="580572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1325014B-851B-3D98-CB57-883B75FD6D9C}"/>
              </a:ext>
            </a:extLst>
          </p:cNvPr>
          <p:cNvSpPr/>
          <p:nvPr/>
        </p:nvSpPr>
        <p:spPr>
          <a:xfrm>
            <a:off x="13193143" y="1258718"/>
            <a:ext cx="1848832" cy="7034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num_head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is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bigger one between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num_cols,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row_rows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491B2601-716D-C8A9-B573-954217BBE752}"/>
              </a:ext>
            </a:extLst>
          </p:cNvPr>
          <p:cNvSpPr/>
          <p:nvPr/>
        </p:nvSpPr>
        <p:spPr>
          <a:xfrm>
            <a:off x="14353815" y="1360666"/>
            <a:ext cx="2890497" cy="61919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make node &amp;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save num_rows, num_cols, num_terms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 node </a:t>
            </a:r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*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save rows, cols reversely</a:t>
            </a:r>
            <a:endParaRPr lang="ko-KR" altLang="en-US" sz="12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E075A8A8-6B40-7808-36BC-AABB2C7CE457}"/>
              </a:ext>
            </a:extLst>
          </p:cNvPr>
          <p:cNvSpPr/>
          <p:nvPr/>
        </p:nvSpPr>
        <p:spPr>
          <a:xfrm>
            <a:off x="13605137" y="2592311"/>
            <a:ext cx="1862983" cy="2251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heads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CABED5F1-181E-D7B6-FB20-C0DD5C4EB44B}"/>
              </a:ext>
            </a:extLst>
          </p:cNvPr>
          <p:cNvSpPr/>
          <p:nvPr/>
        </p:nvSpPr>
        <p:spPr>
          <a:xfrm>
            <a:off x="462398" y="1574660"/>
            <a:ext cx="2216336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position = 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ddelete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(head,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26E83C-D9B6-D018-ECDB-7EB4519FD493}"/>
              </a:ext>
            </a:extLst>
          </p:cNvPr>
          <p:cNvSpPr txBox="1"/>
          <p:nvPr/>
        </p:nvSpPr>
        <p:spPr>
          <a:xfrm>
            <a:off x="14449509" y="551613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846B4912-4470-1FBB-1DDB-2327312484CB}"/>
              </a:ext>
            </a:extLst>
          </p:cNvPr>
          <p:cNvSpPr/>
          <p:nvPr/>
        </p:nvSpPr>
        <p:spPr>
          <a:xfrm>
            <a:off x="12132372" y="3591887"/>
            <a:ext cx="1637522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node-&gt;right = node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0" name="순서도: 처리 49">
            <a:extLst>
              <a:ext uri="{FF2B5EF4-FFF2-40B4-BE49-F238E27FC236}">
                <a16:creationId xmlns:a16="http://schemas.microsoft.com/office/drawing/2014/main" id="{0E927C64-5857-2175-FCD9-9D77FDBF8D6D}"/>
              </a:ext>
            </a:extLst>
          </p:cNvPr>
          <p:cNvSpPr/>
          <p:nvPr/>
        </p:nvSpPr>
        <p:spPr>
          <a:xfrm>
            <a:off x="329274" y="1154899"/>
            <a:ext cx="4870724" cy="32430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linked list is not empty &amp;&amp; path is not found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2" name="순서도: 판단 51">
            <a:extLst>
              <a:ext uri="{FF2B5EF4-FFF2-40B4-BE49-F238E27FC236}">
                <a16:creationId xmlns:a16="http://schemas.microsoft.com/office/drawing/2014/main" id="{D3B47A45-F447-885C-473B-E387A23A6D85}"/>
              </a:ext>
            </a:extLst>
          </p:cNvPr>
          <p:cNvSpPr/>
          <p:nvPr/>
        </p:nvSpPr>
        <p:spPr>
          <a:xfrm>
            <a:off x="13906689" y="3197240"/>
            <a:ext cx="1825836" cy="42544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 &gt; 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current_row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201633C4-571D-9DD9-FF92-E1F43C8F9F0E}"/>
              </a:ext>
            </a:extLst>
          </p:cNvPr>
          <p:cNvSpPr/>
          <p:nvPr/>
        </p:nvSpPr>
        <p:spPr>
          <a:xfrm>
            <a:off x="12964447" y="3139125"/>
            <a:ext cx="1531646" cy="34666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get row col value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matrix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91FD8A0A-2FF2-C861-1FA4-95E89FBCF81E}"/>
              </a:ext>
            </a:extLst>
          </p:cNvPr>
          <p:cNvSpPr/>
          <p:nvPr/>
        </p:nvSpPr>
        <p:spPr>
          <a:xfrm>
            <a:off x="15941195" y="3264453"/>
            <a:ext cx="1397989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close current col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5" name="순서도: 처리 54">
            <a:extLst>
              <a:ext uri="{FF2B5EF4-FFF2-40B4-BE49-F238E27FC236}">
                <a16:creationId xmlns:a16="http://schemas.microsoft.com/office/drawing/2014/main" id="{84D602DA-789B-6402-6F43-C1BCD13B774B}"/>
              </a:ext>
            </a:extLst>
          </p:cNvPr>
          <p:cNvSpPr/>
          <p:nvPr/>
        </p:nvSpPr>
        <p:spPr>
          <a:xfrm>
            <a:off x="12964448" y="3722539"/>
            <a:ext cx="1781324" cy="58731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init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matrix_pointer temp &amp; save row, col, value</a:t>
            </a:r>
          </a:p>
          <a:p>
            <a:pPr algn="ctr"/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* save row col reversely</a:t>
            </a:r>
          </a:p>
        </p:txBody>
      </p:sp>
      <p:sp>
        <p:nvSpPr>
          <p:cNvPr id="56" name="순서도: 처리 55">
            <a:extLst>
              <a:ext uri="{FF2B5EF4-FFF2-40B4-BE49-F238E27FC236}">
                <a16:creationId xmlns:a16="http://schemas.microsoft.com/office/drawing/2014/main" id="{0A46F708-3614-735E-C0FF-F0C49F0379DC}"/>
              </a:ext>
            </a:extLst>
          </p:cNvPr>
          <p:cNvSpPr/>
          <p:nvPr/>
        </p:nvSpPr>
        <p:spPr>
          <a:xfrm>
            <a:off x="14103556" y="3790443"/>
            <a:ext cx="1628970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link temp into row list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link temp into col list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9A6A1DEB-B891-1279-8D27-7CB04771F378}"/>
              </a:ext>
            </a:extLst>
          </p:cNvPr>
          <p:cNvSpPr/>
          <p:nvPr/>
        </p:nvSpPr>
        <p:spPr>
          <a:xfrm>
            <a:off x="13925311" y="4275768"/>
            <a:ext cx="1437776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close last row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8" name="순서도: 처리 57">
            <a:extLst>
              <a:ext uri="{FF2B5EF4-FFF2-40B4-BE49-F238E27FC236}">
                <a16:creationId xmlns:a16="http://schemas.microsoft.com/office/drawing/2014/main" id="{014A2C4E-F5E7-6AEE-82E2-22B6DFAD4153}"/>
              </a:ext>
            </a:extLst>
          </p:cNvPr>
          <p:cNvSpPr/>
          <p:nvPr/>
        </p:nvSpPr>
        <p:spPr>
          <a:xfrm>
            <a:off x="12402328" y="4712669"/>
            <a:ext cx="2065831" cy="2251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cols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9" name="순서도: 처리 58">
            <a:extLst>
              <a:ext uri="{FF2B5EF4-FFF2-40B4-BE49-F238E27FC236}">
                <a16:creationId xmlns:a16="http://schemas.microsoft.com/office/drawing/2014/main" id="{EB736168-4FC9-0533-C957-B58CF047A09A}"/>
              </a:ext>
            </a:extLst>
          </p:cNvPr>
          <p:cNvSpPr/>
          <p:nvPr/>
        </p:nvSpPr>
        <p:spPr>
          <a:xfrm>
            <a:off x="12402446" y="4931334"/>
            <a:ext cx="2065831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hdnode_t[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-&gt;down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hdnode_t[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0" name="순서도: 처리 59">
            <a:extLst>
              <a:ext uri="{FF2B5EF4-FFF2-40B4-BE49-F238E27FC236}">
                <a16:creationId xmlns:a16="http://schemas.microsoft.com/office/drawing/2014/main" id="{385CF0B6-C2F8-90DF-A7B6-16DEE0963039}"/>
              </a:ext>
            </a:extLst>
          </p:cNvPr>
          <p:cNvSpPr/>
          <p:nvPr/>
        </p:nvSpPr>
        <p:spPr>
          <a:xfrm>
            <a:off x="13820925" y="4777242"/>
            <a:ext cx="2065831" cy="2251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heads - 1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1" name="순서도: 처리 60">
            <a:extLst>
              <a:ext uri="{FF2B5EF4-FFF2-40B4-BE49-F238E27FC236}">
                <a16:creationId xmlns:a16="http://schemas.microsoft.com/office/drawing/2014/main" id="{3252C9A7-0B32-314E-9609-654089E90FA4}"/>
              </a:ext>
            </a:extLst>
          </p:cNvPr>
          <p:cNvSpPr/>
          <p:nvPr/>
        </p:nvSpPr>
        <p:spPr>
          <a:xfrm>
            <a:off x="13820807" y="5003266"/>
            <a:ext cx="2065831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hdnode_t[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hdnode_t[i+1]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2" name="순서도: 처리 61">
            <a:extLst>
              <a:ext uri="{FF2B5EF4-FFF2-40B4-BE49-F238E27FC236}">
                <a16:creationId xmlns:a16="http://schemas.microsoft.com/office/drawing/2014/main" id="{EF9F3ABA-687C-1AFE-8A1C-73FC220BD144}"/>
              </a:ext>
            </a:extLst>
          </p:cNvPr>
          <p:cNvSpPr/>
          <p:nvPr/>
        </p:nvSpPr>
        <p:spPr>
          <a:xfrm>
            <a:off x="14362473" y="5116170"/>
            <a:ext cx="2944452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hdnode_t[num_heads-1]-&gt;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node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node-&gt;right = hdnode_t[0]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4" name="순서도: 처리 63">
            <a:extLst>
              <a:ext uri="{FF2B5EF4-FFF2-40B4-BE49-F238E27FC236}">
                <a16:creationId xmlns:a16="http://schemas.microsoft.com/office/drawing/2014/main" id="{FEF341B7-B2AD-8E40-4BDE-85DF948C96F0}"/>
              </a:ext>
            </a:extLst>
          </p:cNvPr>
          <p:cNvSpPr/>
          <p:nvPr/>
        </p:nvSpPr>
        <p:spPr>
          <a:xfrm>
            <a:off x="12611338" y="5138128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A287EF4B-37B0-4E50-5623-2D67BC75F4DB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12913886" y="1610421"/>
            <a:ext cx="27925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4A33CC6-02EC-0DB3-3790-7821E048063D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15041975" y="1605691"/>
            <a:ext cx="169495" cy="4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392C691-58DD-95E3-DB40-DAFE4756E728}"/>
              </a:ext>
            </a:extLst>
          </p:cNvPr>
          <p:cNvCxnSpPr>
            <a:cxnSpLocks/>
          </p:cNvCxnSpPr>
          <p:nvPr/>
        </p:nvCxnSpPr>
        <p:spPr>
          <a:xfrm>
            <a:off x="12581457" y="2054463"/>
            <a:ext cx="1589" cy="430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C4D837D-62AE-3AEC-61B7-38B44DB982B4}"/>
              </a:ext>
            </a:extLst>
          </p:cNvPr>
          <p:cNvCxnSpPr>
            <a:cxnSpLocks/>
            <a:stCxn id="49" idx="2"/>
            <a:endCxn id="64" idx="0"/>
          </p:cNvCxnSpPr>
          <p:nvPr/>
        </p:nvCxnSpPr>
        <p:spPr>
          <a:xfrm flipH="1">
            <a:off x="12943495" y="4017330"/>
            <a:ext cx="7638" cy="1120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E24D1EC8-7CD0-4092-2EB4-E026E4AE6656}"/>
              </a:ext>
            </a:extLst>
          </p:cNvPr>
          <p:cNvCxnSpPr>
            <a:cxnSpLocks/>
          </p:cNvCxnSpPr>
          <p:nvPr/>
        </p:nvCxnSpPr>
        <p:spPr>
          <a:xfrm>
            <a:off x="16447580" y="2843561"/>
            <a:ext cx="268251" cy="32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5F1B155E-7267-EFCA-1653-054109F322E0}"/>
              </a:ext>
            </a:extLst>
          </p:cNvPr>
          <p:cNvCxnSpPr>
            <a:stCxn id="52" idx="3"/>
            <a:endCxn id="54" idx="1"/>
          </p:cNvCxnSpPr>
          <p:nvPr/>
        </p:nvCxnSpPr>
        <p:spPr>
          <a:xfrm>
            <a:off x="15732525" y="3409962"/>
            <a:ext cx="208670" cy="8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18CAAEFB-8B80-9151-584B-029BD4136600}"/>
              </a:ext>
            </a:extLst>
          </p:cNvPr>
          <p:cNvCxnSpPr>
            <a:stCxn id="54" idx="3"/>
          </p:cNvCxnSpPr>
          <p:nvPr/>
        </p:nvCxnSpPr>
        <p:spPr>
          <a:xfrm flipV="1">
            <a:off x="17339184" y="3409962"/>
            <a:ext cx="252992" cy="83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BFBC5B3F-252B-E98C-9974-13DF4C2072B5}"/>
              </a:ext>
            </a:extLst>
          </p:cNvPr>
          <p:cNvCxnSpPr/>
          <p:nvPr/>
        </p:nvCxnSpPr>
        <p:spPr>
          <a:xfrm>
            <a:off x="17592176" y="3409962"/>
            <a:ext cx="0" cy="2510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57871D98-E9B0-53D7-418D-4B7E972C92A0}"/>
              </a:ext>
            </a:extLst>
          </p:cNvPr>
          <p:cNvCxnSpPr/>
          <p:nvPr/>
        </p:nvCxnSpPr>
        <p:spPr>
          <a:xfrm flipH="1">
            <a:off x="13020176" y="3660997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9556E1CE-F097-1695-8639-B7244CD17DFE}"/>
              </a:ext>
            </a:extLst>
          </p:cNvPr>
          <p:cNvCxnSpPr>
            <a:cxnSpLocks/>
            <a:endCxn id="55" idx="0"/>
          </p:cNvCxnSpPr>
          <p:nvPr/>
        </p:nvCxnSpPr>
        <p:spPr>
          <a:xfrm flipH="1">
            <a:off x="13855110" y="3596424"/>
            <a:ext cx="22721" cy="126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C11A20A0-6CD3-0F1D-9A93-50E76A21E76F}"/>
              </a:ext>
            </a:extLst>
          </p:cNvPr>
          <p:cNvCxnSpPr>
            <a:cxnSpLocks/>
          </p:cNvCxnSpPr>
          <p:nvPr/>
        </p:nvCxnSpPr>
        <p:spPr>
          <a:xfrm rot="5400000">
            <a:off x="14719052" y="2734998"/>
            <a:ext cx="135098" cy="17813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47674D42-0B7A-4A5B-C14E-FFAE109E4F34}"/>
              </a:ext>
            </a:extLst>
          </p:cNvPr>
          <p:cNvCxnSpPr>
            <a:cxnSpLocks/>
            <a:stCxn id="55" idx="3"/>
          </p:cNvCxnSpPr>
          <p:nvPr/>
        </p:nvCxnSpPr>
        <p:spPr>
          <a:xfrm flipV="1">
            <a:off x="14745772" y="3968324"/>
            <a:ext cx="215439" cy="47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F5020314-5D69-1CA8-3503-6A3262028A75}"/>
              </a:ext>
            </a:extLst>
          </p:cNvPr>
          <p:cNvCxnSpPr>
            <a:endCxn id="57" idx="0"/>
          </p:cNvCxnSpPr>
          <p:nvPr/>
        </p:nvCxnSpPr>
        <p:spPr>
          <a:xfrm flipH="1">
            <a:off x="14644199" y="4085764"/>
            <a:ext cx="4512" cy="190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1628A78D-9CD9-3ACB-5092-696EDF99A506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15363087" y="4518222"/>
            <a:ext cx="210539" cy="158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6221B5D6-E68E-5E76-7DB5-842FB49D6C6E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4468277" y="5173788"/>
            <a:ext cx="210185" cy="7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53AF67BC-B2C8-E5C9-10D7-919F7FAA1374}"/>
              </a:ext>
            </a:extLst>
          </p:cNvPr>
          <p:cNvCxnSpPr>
            <a:cxnSpLocks/>
            <a:stCxn id="61" idx="3"/>
          </p:cNvCxnSpPr>
          <p:nvPr/>
        </p:nvCxnSpPr>
        <p:spPr>
          <a:xfrm flipV="1">
            <a:off x="15886638" y="5097516"/>
            <a:ext cx="266036" cy="1482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31C24C1D-F3EB-FBA0-1DDF-225BC7243248}"/>
              </a:ext>
            </a:extLst>
          </p:cNvPr>
          <p:cNvCxnSpPr>
            <a:stCxn id="64" idx="3"/>
            <a:endCxn id="25" idx="1"/>
          </p:cNvCxnSpPr>
          <p:nvPr/>
        </p:nvCxnSpPr>
        <p:spPr>
          <a:xfrm>
            <a:off x="13275652" y="5303409"/>
            <a:ext cx="5037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020B83CF-EE69-C34D-687E-2E0BCF811BF5}"/>
              </a:ext>
            </a:extLst>
          </p:cNvPr>
          <p:cNvSpPr txBox="1"/>
          <p:nvPr/>
        </p:nvSpPr>
        <p:spPr>
          <a:xfrm>
            <a:off x="12453881" y="333501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6A57363-14CD-405B-BA59-099FB7D3EB78}"/>
              </a:ext>
            </a:extLst>
          </p:cNvPr>
          <p:cNvSpPr txBox="1"/>
          <p:nvPr/>
        </p:nvSpPr>
        <p:spPr>
          <a:xfrm>
            <a:off x="13464498" y="269431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DC2253B-0D27-8C97-A1FB-E962ABCD9C7C}"/>
              </a:ext>
            </a:extLst>
          </p:cNvPr>
          <p:cNvSpPr txBox="1"/>
          <p:nvPr/>
        </p:nvSpPr>
        <p:spPr>
          <a:xfrm>
            <a:off x="15451745" y="311546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3243FAD-35E1-5FF0-FFF2-228310ECD9FC}"/>
              </a:ext>
            </a:extLst>
          </p:cNvPr>
          <p:cNvSpPr txBox="1"/>
          <p:nvPr/>
        </p:nvSpPr>
        <p:spPr>
          <a:xfrm>
            <a:off x="15117686" y="341809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C773577C-A966-B776-7B7B-5883471CF0EB}"/>
              </a:ext>
            </a:extLst>
          </p:cNvPr>
          <p:cNvSpPr/>
          <p:nvPr/>
        </p:nvSpPr>
        <p:spPr>
          <a:xfrm>
            <a:off x="11419014" y="1163468"/>
            <a:ext cx="1494872" cy="8127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get num_rows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num_cols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num_terms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matrix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판단 19">
            <a:extLst>
              <a:ext uri="{FF2B5EF4-FFF2-40B4-BE49-F238E27FC236}">
                <a16:creationId xmlns:a16="http://schemas.microsoft.com/office/drawing/2014/main" id="{F18DE2C8-1AB8-F5EE-56A9-A9BCC68F5603}"/>
              </a:ext>
            </a:extLst>
          </p:cNvPr>
          <p:cNvSpPr/>
          <p:nvPr/>
        </p:nvSpPr>
        <p:spPr>
          <a:xfrm>
            <a:off x="15799064" y="3755990"/>
            <a:ext cx="1825836" cy="61843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down node is 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headnode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870C1596-D42A-83B8-28B9-9CB0B84AC3EB}"/>
              </a:ext>
            </a:extLst>
          </p:cNvPr>
          <p:cNvSpPr/>
          <p:nvPr/>
        </p:nvSpPr>
        <p:spPr>
          <a:xfrm>
            <a:off x="15774563" y="3956572"/>
            <a:ext cx="1397989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move to next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headnode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6AA5AC81-ADE6-BC93-0515-558F2F94440A}"/>
              </a:ext>
            </a:extLst>
          </p:cNvPr>
          <p:cNvSpPr/>
          <p:nvPr/>
        </p:nvSpPr>
        <p:spPr>
          <a:xfrm>
            <a:off x="15774563" y="4373044"/>
            <a:ext cx="1397989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move to next column node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CA82059-6BFA-31CF-196C-D53EA73EFAD5}"/>
              </a:ext>
            </a:extLst>
          </p:cNvPr>
          <p:cNvCxnSpPr>
            <a:cxnSpLocks/>
          </p:cNvCxnSpPr>
          <p:nvPr/>
        </p:nvCxnSpPr>
        <p:spPr>
          <a:xfrm flipV="1">
            <a:off x="17115926" y="3849353"/>
            <a:ext cx="448838" cy="47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1133926-B9CE-C48D-B0AD-509041F8C784}"/>
              </a:ext>
            </a:extLst>
          </p:cNvPr>
          <p:cNvCxnSpPr>
            <a:cxnSpLocks/>
          </p:cNvCxnSpPr>
          <p:nvPr/>
        </p:nvCxnSpPr>
        <p:spPr>
          <a:xfrm>
            <a:off x="17192126" y="4198563"/>
            <a:ext cx="372638" cy="67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CB7329-F841-EC62-A589-AFB58EDF4A6D}"/>
              </a:ext>
            </a:extLst>
          </p:cNvPr>
          <p:cNvSpPr txBox="1"/>
          <p:nvPr/>
        </p:nvSpPr>
        <p:spPr>
          <a:xfrm>
            <a:off x="17008077" y="363923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C214B1-2293-DE20-E968-2AF80A6BA423}"/>
              </a:ext>
            </a:extLst>
          </p:cNvPr>
          <p:cNvSpPr txBox="1"/>
          <p:nvPr/>
        </p:nvSpPr>
        <p:spPr>
          <a:xfrm>
            <a:off x="16946523" y="4188198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C524753-567A-DA03-00D9-6336907811E1}"/>
              </a:ext>
            </a:extLst>
          </p:cNvPr>
          <p:cNvCxnSpPr>
            <a:stCxn id="56" idx="3"/>
            <a:endCxn id="20" idx="1"/>
          </p:cNvCxnSpPr>
          <p:nvPr/>
        </p:nvCxnSpPr>
        <p:spPr>
          <a:xfrm>
            <a:off x="15732526" y="4032897"/>
            <a:ext cx="66538" cy="32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9EBAEF43-3B1A-E5FB-ACB0-6C2458D1B9C1}"/>
              </a:ext>
            </a:extLst>
          </p:cNvPr>
          <p:cNvSpPr/>
          <p:nvPr/>
        </p:nvSpPr>
        <p:spPr>
          <a:xfrm>
            <a:off x="4953208" y="418613"/>
            <a:ext cx="879514" cy="4402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init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mark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777F134D-E208-4250-A1F1-252F0A92DB2E}"/>
              </a:ext>
            </a:extLst>
          </p:cNvPr>
          <p:cNvSpPr/>
          <p:nvPr/>
        </p:nvSpPr>
        <p:spPr>
          <a:xfrm>
            <a:off x="3806749" y="423778"/>
            <a:ext cx="1033994" cy="4402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new_node()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종속 처리 11">
            <a:extLst>
              <a:ext uri="{FF2B5EF4-FFF2-40B4-BE49-F238E27FC236}">
                <a16:creationId xmlns:a16="http://schemas.microsoft.com/office/drawing/2014/main" id="{B17251A8-E6B2-3B1C-88AA-4AAA897D6BD4}"/>
              </a:ext>
            </a:extLst>
          </p:cNvPr>
          <p:cNvSpPr/>
          <p:nvPr/>
        </p:nvSpPr>
        <p:spPr>
          <a:xfrm>
            <a:off x="5990281" y="394404"/>
            <a:ext cx="2346050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dinsert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(head, node)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node’s element is (1,1,1)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B1FCDF2C-BFA2-8ECB-9115-DE88C93A82F0}"/>
              </a:ext>
            </a:extLst>
          </p:cNvPr>
          <p:cNvSpPr/>
          <p:nvPr/>
        </p:nvSpPr>
        <p:spPr>
          <a:xfrm>
            <a:off x="2811857" y="1567817"/>
            <a:ext cx="2216336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save position’s elements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(deleted node’s elements)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442BCDB6-23DF-9B3A-07EA-F44EA1A0B167}"/>
              </a:ext>
            </a:extLst>
          </p:cNvPr>
          <p:cNvSpPr/>
          <p:nvPr/>
        </p:nvSpPr>
        <p:spPr>
          <a:xfrm>
            <a:off x="467023" y="2211537"/>
            <a:ext cx="4567237" cy="32430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there’s left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dir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yet &amp;&amp; path not found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83FCAC6F-4301-D7B4-4BC3-1075ECA83502}"/>
              </a:ext>
            </a:extLst>
          </p:cNvPr>
          <p:cNvSpPr/>
          <p:nvPr/>
        </p:nvSpPr>
        <p:spPr>
          <a:xfrm>
            <a:off x="467023" y="2535839"/>
            <a:ext cx="4567238" cy="373161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9FB5300E-115F-3E68-5021-DDEE1EAB6B9E}"/>
              </a:ext>
            </a:extLst>
          </p:cNvPr>
          <p:cNvSpPr/>
          <p:nvPr/>
        </p:nvSpPr>
        <p:spPr>
          <a:xfrm>
            <a:off x="699071" y="2638803"/>
            <a:ext cx="2266778" cy="40273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nextRow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row+move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].vert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nextCol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col+move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].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horiz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판단 21">
            <a:extLst>
              <a:ext uri="{FF2B5EF4-FFF2-40B4-BE49-F238E27FC236}">
                <a16:creationId xmlns:a16="http://schemas.microsoft.com/office/drawing/2014/main" id="{CE0B2149-907E-ECEF-0FC4-86425900EC6B}"/>
              </a:ext>
            </a:extLst>
          </p:cNvPr>
          <p:cNvSpPr/>
          <p:nvPr/>
        </p:nvSpPr>
        <p:spPr>
          <a:xfrm>
            <a:off x="545079" y="3121272"/>
            <a:ext cx="2550546" cy="73143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nextRow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&amp; 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nextCol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arrived EXIT Coordinate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7" name="순서도: 판단 26">
            <a:extLst>
              <a:ext uri="{FF2B5EF4-FFF2-40B4-BE49-F238E27FC236}">
                <a16:creationId xmlns:a16="http://schemas.microsoft.com/office/drawing/2014/main" id="{06C1FFAF-720C-3CF4-8C4F-7070425B5927}"/>
              </a:ext>
            </a:extLst>
          </p:cNvPr>
          <p:cNvSpPr/>
          <p:nvPr/>
        </p:nvSpPr>
        <p:spPr>
          <a:xfrm>
            <a:off x="545079" y="3961563"/>
            <a:ext cx="2550546" cy="73143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 coordinate’s maze is open &amp; mark is open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4" name="순서도: 처리 33">
            <a:extLst>
              <a:ext uri="{FF2B5EF4-FFF2-40B4-BE49-F238E27FC236}">
                <a16:creationId xmlns:a16="http://schemas.microsoft.com/office/drawing/2014/main" id="{ACF9C7AD-3087-13AE-C368-28A59D613CEA}"/>
              </a:ext>
            </a:extLst>
          </p:cNvPr>
          <p:cNvSpPr/>
          <p:nvPr/>
        </p:nvSpPr>
        <p:spPr>
          <a:xfrm>
            <a:off x="772688" y="4777242"/>
            <a:ext cx="2095328" cy="36009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mark[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nextRow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nextCol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= 1</a:t>
            </a:r>
          </a:p>
        </p:txBody>
      </p:sp>
      <p:sp>
        <p:nvSpPr>
          <p:cNvPr id="36" name="순서도: 종속 처리 35">
            <a:extLst>
              <a:ext uri="{FF2B5EF4-FFF2-40B4-BE49-F238E27FC236}">
                <a16:creationId xmlns:a16="http://schemas.microsoft.com/office/drawing/2014/main" id="{C73E9945-2C82-C204-B4DF-9EAEAC4D5EFA}"/>
              </a:ext>
            </a:extLst>
          </p:cNvPr>
          <p:cNvSpPr/>
          <p:nvPr/>
        </p:nvSpPr>
        <p:spPr>
          <a:xfrm>
            <a:off x="647327" y="5233599"/>
            <a:ext cx="2346050" cy="515682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dinsert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(head, push)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push’s element is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(row, col, ++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7" name="순서도: 처리 36">
            <a:extLst>
              <a:ext uri="{FF2B5EF4-FFF2-40B4-BE49-F238E27FC236}">
                <a16:creationId xmlns:a16="http://schemas.microsoft.com/office/drawing/2014/main" id="{06A86EE4-2143-776B-2CB2-451002C09A0C}"/>
              </a:ext>
            </a:extLst>
          </p:cNvPr>
          <p:cNvSpPr/>
          <p:nvPr/>
        </p:nvSpPr>
        <p:spPr>
          <a:xfrm>
            <a:off x="784796" y="5844243"/>
            <a:ext cx="2095328" cy="36009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nextRow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col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nextCol</a:t>
            </a:r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0</a:t>
            </a:r>
          </a:p>
        </p:txBody>
      </p:sp>
      <p:sp>
        <p:nvSpPr>
          <p:cNvPr id="38" name="순서도: 처리 37">
            <a:extLst>
              <a:ext uri="{FF2B5EF4-FFF2-40B4-BE49-F238E27FC236}">
                <a16:creationId xmlns:a16="http://schemas.microsoft.com/office/drawing/2014/main" id="{60B662CD-60BC-C7BB-105F-E9BFFEEBC3A3}"/>
              </a:ext>
            </a:extLst>
          </p:cNvPr>
          <p:cNvSpPr/>
          <p:nvPr/>
        </p:nvSpPr>
        <p:spPr>
          <a:xfrm>
            <a:off x="3465162" y="4197427"/>
            <a:ext cx="662730" cy="34666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++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dir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B8EF5FA3-8B3E-4241-42F4-76AC61085822}"/>
              </a:ext>
            </a:extLst>
          </p:cNvPr>
          <p:cNvSpPr/>
          <p:nvPr/>
        </p:nvSpPr>
        <p:spPr>
          <a:xfrm>
            <a:off x="3348617" y="3313658"/>
            <a:ext cx="909058" cy="34666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found = 1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1" name="순서도: 판단 40">
            <a:extLst>
              <a:ext uri="{FF2B5EF4-FFF2-40B4-BE49-F238E27FC236}">
                <a16:creationId xmlns:a16="http://schemas.microsoft.com/office/drawing/2014/main" id="{F93AEBD1-7EF2-3167-3E6D-3D7CBC5B6327}"/>
              </a:ext>
            </a:extLst>
          </p:cNvPr>
          <p:cNvSpPr/>
          <p:nvPr/>
        </p:nvSpPr>
        <p:spPr>
          <a:xfrm>
            <a:off x="7340050" y="1098392"/>
            <a:ext cx="1274124" cy="43731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path found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2" name="순서도: 처리 41">
            <a:extLst>
              <a:ext uri="{FF2B5EF4-FFF2-40B4-BE49-F238E27FC236}">
                <a16:creationId xmlns:a16="http://schemas.microsoft.com/office/drawing/2014/main" id="{CDBA10E1-5227-C625-BE16-79B685F705D0}"/>
              </a:ext>
            </a:extLst>
          </p:cNvPr>
          <p:cNvSpPr/>
          <p:nvPr/>
        </p:nvSpPr>
        <p:spPr>
          <a:xfrm>
            <a:off x="7468434" y="1678449"/>
            <a:ext cx="1017355" cy="46411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path.txt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D42EDEDB-3F09-24CF-F21D-58C1A356F6CF}"/>
              </a:ext>
            </a:extLst>
          </p:cNvPr>
          <p:cNvSpPr/>
          <p:nvPr/>
        </p:nvSpPr>
        <p:spPr>
          <a:xfrm>
            <a:off x="5664234" y="2387763"/>
            <a:ext cx="4870724" cy="32430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llink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; temp-&gt;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llink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!= head; temp = temp-&gt;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llink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4" name="순서도: 처리 43">
            <a:extLst>
              <a:ext uri="{FF2B5EF4-FFF2-40B4-BE49-F238E27FC236}">
                <a16:creationId xmlns:a16="http://schemas.microsoft.com/office/drawing/2014/main" id="{4CBEA799-228F-2FED-B005-7751BFECDA20}"/>
              </a:ext>
            </a:extLst>
          </p:cNvPr>
          <p:cNvSpPr/>
          <p:nvPr/>
        </p:nvSpPr>
        <p:spPr>
          <a:xfrm>
            <a:off x="5664234" y="2718439"/>
            <a:ext cx="4870724" cy="76422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5" name="순서도: 처리 44">
            <a:extLst>
              <a:ext uri="{FF2B5EF4-FFF2-40B4-BE49-F238E27FC236}">
                <a16:creationId xmlns:a16="http://schemas.microsoft.com/office/drawing/2014/main" id="{67E41814-5C32-F97B-BA24-9CCDD8F9EED6}"/>
              </a:ext>
            </a:extLst>
          </p:cNvPr>
          <p:cNvSpPr/>
          <p:nvPr/>
        </p:nvSpPr>
        <p:spPr>
          <a:xfrm>
            <a:off x="5816634" y="2870839"/>
            <a:ext cx="4542707" cy="44281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temp-&gt;row temp-&gt;col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6" name="순서도: 처리 45">
            <a:extLst>
              <a:ext uri="{FF2B5EF4-FFF2-40B4-BE49-F238E27FC236}">
                <a16:creationId xmlns:a16="http://schemas.microsoft.com/office/drawing/2014/main" id="{E854F1C9-ED9B-EE16-5A9B-42002EB29835}"/>
              </a:ext>
            </a:extLst>
          </p:cNvPr>
          <p:cNvSpPr/>
          <p:nvPr/>
        </p:nvSpPr>
        <p:spPr>
          <a:xfrm>
            <a:off x="5832722" y="3668115"/>
            <a:ext cx="4542707" cy="44281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temp-&gt;row temp-&gt;col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7" name="순서도: 처리 46">
            <a:extLst>
              <a:ext uri="{FF2B5EF4-FFF2-40B4-BE49-F238E27FC236}">
                <a16:creationId xmlns:a16="http://schemas.microsoft.com/office/drawing/2014/main" id="{10776D08-27DD-E97C-D1CA-849275852BFF}"/>
              </a:ext>
            </a:extLst>
          </p:cNvPr>
          <p:cNvSpPr/>
          <p:nvPr/>
        </p:nvSpPr>
        <p:spPr>
          <a:xfrm>
            <a:off x="5828242" y="4264349"/>
            <a:ext cx="4542707" cy="44281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row col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675CEA99-9E5A-FA73-AAA2-AB4249F1946E}"/>
              </a:ext>
            </a:extLst>
          </p:cNvPr>
          <p:cNvSpPr/>
          <p:nvPr/>
        </p:nvSpPr>
        <p:spPr>
          <a:xfrm>
            <a:off x="5828242" y="4825248"/>
            <a:ext cx="4542707" cy="44281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EXIT_ROW EXIT_COL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3" name="순서도: 처리 62">
            <a:extLst>
              <a:ext uri="{FF2B5EF4-FFF2-40B4-BE49-F238E27FC236}">
                <a16:creationId xmlns:a16="http://schemas.microsoft.com/office/drawing/2014/main" id="{A2ED0ACB-7F6B-9A0F-D645-2AC775B5CAFF}"/>
              </a:ext>
            </a:extLst>
          </p:cNvPr>
          <p:cNvSpPr/>
          <p:nvPr/>
        </p:nvSpPr>
        <p:spPr>
          <a:xfrm>
            <a:off x="8871465" y="1098392"/>
            <a:ext cx="1487876" cy="46411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there’s no path</a:t>
            </a: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8C912DCA-B47D-C95D-64ED-11B595A6C956}"/>
              </a:ext>
            </a:extLst>
          </p:cNvPr>
          <p:cNvCxnSpPr>
            <a:stCxn id="4" idx="3"/>
            <a:endCxn id="17" idx="1"/>
          </p:cNvCxnSpPr>
          <p:nvPr/>
        </p:nvCxnSpPr>
        <p:spPr>
          <a:xfrm>
            <a:off x="1019213" y="643912"/>
            <a:ext cx="1905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918AAEC-12BA-B446-F8E6-AE6870F5AD1D}"/>
              </a:ext>
            </a:extLst>
          </p:cNvPr>
          <p:cNvCxnSpPr>
            <a:stCxn id="17" idx="3"/>
            <a:endCxn id="11" idx="1"/>
          </p:cNvCxnSpPr>
          <p:nvPr/>
        </p:nvCxnSpPr>
        <p:spPr>
          <a:xfrm flipV="1">
            <a:off x="3676651" y="643912"/>
            <a:ext cx="13009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54072E07-99A3-CE8B-74F2-88BA54EFCFD3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 flipV="1">
            <a:off x="4840743" y="638747"/>
            <a:ext cx="112465" cy="5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F5E374B7-ABFF-AA5A-6A2E-E663072B5912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 flipV="1">
            <a:off x="5832722" y="638746"/>
            <a:ext cx="1575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5DEAF0C9-7790-6C0B-C46C-F3382F085DA6}"/>
              </a:ext>
            </a:extLst>
          </p:cNvPr>
          <p:cNvCxnSpPr>
            <a:stCxn id="12" idx="3"/>
          </p:cNvCxnSpPr>
          <p:nvPr/>
        </p:nvCxnSpPr>
        <p:spPr>
          <a:xfrm flipH="1">
            <a:off x="2678734" y="638746"/>
            <a:ext cx="5657597" cy="372534"/>
          </a:xfrm>
          <a:prstGeom prst="bentConnector3">
            <a:avLst>
              <a:gd name="adj1" fmla="val -404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1F98BEFE-CB9B-3ED4-E65F-844E514BB6EF}"/>
              </a:ext>
            </a:extLst>
          </p:cNvPr>
          <p:cNvCxnSpPr/>
          <p:nvPr/>
        </p:nvCxnSpPr>
        <p:spPr>
          <a:xfrm>
            <a:off x="2678734" y="989228"/>
            <a:ext cx="0" cy="152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868D9ED7-DABD-B9CA-8502-AB42595D2673}"/>
              </a:ext>
            </a:extLst>
          </p:cNvPr>
          <p:cNvCxnSpPr>
            <a:stCxn id="8" idx="3"/>
            <a:endCxn id="15" idx="1"/>
          </p:cNvCxnSpPr>
          <p:nvPr/>
        </p:nvCxnSpPr>
        <p:spPr>
          <a:xfrm flipV="1">
            <a:off x="2678734" y="1810271"/>
            <a:ext cx="133123" cy="6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71897327-3231-AA2A-2A12-B811C7630246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2750642" y="2052724"/>
            <a:ext cx="1169383" cy="158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D19F077B-F6BD-3D37-D7C2-C207395286F5}"/>
              </a:ext>
            </a:extLst>
          </p:cNvPr>
          <p:cNvCxnSpPr>
            <a:stCxn id="19" idx="2"/>
            <a:endCxn id="22" idx="0"/>
          </p:cNvCxnSpPr>
          <p:nvPr/>
        </p:nvCxnSpPr>
        <p:spPr>
          <a:xfrm flipH="1">
            <a:off x="1820352" y="3041536"/>
            <a:ext cx="12108" cy="79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762466C3-C7AE-C9F4-7F3E-751FD0811E43}"/>
              </a:ext>
            </a:extLst>
          </p:cNvPr>
          <p:cNvCxnSpPr>
            <a:stCxn id="22" idx="3"/>
            <a:endCxn id="39" idx="1"/>
          </p:cNvCxnSpPr>
          <p:nvPr/>
        </p:nvCxnSpPr>
        <p:spPr>
          <a:xfrm>
            <a:off x="3095625" y="3486990"/>
            <a:ext cx="2529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B403006A-957E-554F-61EB-1EDEE9D3F7B0}"/>
              </a:ext>
            </a:extLst>
          </p:cNvPr>
          <p:cNvCxnSpPr>
            <a:stCxn id="22" idx="2"/>
            <a:endCxn id="27" idx="0"/>
          </p:cNvCxnSpPr>
          <p:nvPr/>
        </p:nvCxnSpPr>
        <p:spPr>
          <a:xfrm>
            <a:off x="1820352" y="3852708"/>
            <a:ext cx="0" cy="108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DDD212A3-A784-C55B-E591-D1D78EFE9BD9}"/>
              </a:ext>
            </a:extLst>
          </p:cNvPr>
          <p:cNvCxnSpPr>
            <a:stCxn id="27" idx="2"/>
            <a:endCxn id="34" idx="0"/>
          </p:cNvCxnSpPr>
          <p:nvPr/>
        </p:nvCxnSpPr>
        <p:spPr>
          <a:xfrm>
            <a:off x="1820352" y="4692999"/>
            <a:ext cx="0" cy="84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C5288D24-2E65-DD44-C8B4-9C39EFA2186C}"/>
              </a:ext>
            </a:extLst>
          </p:cNvPr>
          <p:cNvCxnSpPr>
            <a:stCxn id="34" idx="2"/>
            <a:endCxn id="36" idx="0"/>
          </p:cNvCxnSpPr>
          <p:nvPr/>
        </p:nvCxnSpPr>
        <p:spPr>
          <a:xfrm>
            <a:off x="1820352" y="5137339"/>
            <a:ext cx="0" cy="96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0D22CE3C-A496-A666-F5D5-1A2C8AD299BE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1820352" y="5749281"/>
            <a:ext cx="12108" cy="94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62E793D7-A00E-7CEA-5C89-A86B49128CA9}"/>
              </a:ext>
            </a:extLst>
          </p:cNvPr>
          <p:cNvCxnSpPr>
            <a:stCxn id="27" idx="3"/>
            <a:endCxn id="38" idx="1"/>
          </p:cNvCxnSpPr>
          <p:nvPr/>
        </p:nvCxnSpPr>
        <p:spPr>
          <a:xfrm>
            <a:off x="3095625" y="4327281"/>
            <a:ext cx="369537" cy="43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48979E5A-FE08-4AD1-8129-2075664450C2}"/>
              </a:ext>
            </a:extLst>
          </p:cNvPr>
          <p:cNvCxnSpPr>
            <a:stCxn id="50" idx="3"/>
            <a:endCxn id="41" idx="1"/>
          </p:cNvCxnSpPr>
          <p:nvPr/>
        </p:nvCxnSpPr>
        <p:spPr>
          <a:xfrm flipV="1">
            <a:off x="5199998" y="1317050"/>
            <a:ext cx="214005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67E98951-2F23-6D72-164E-84B2757675E9}"/>
              </a:ext>
            </a:extLst>
          </p:cNvPr>
          <p:cNvCxnSpPr>
            <a:stCxn id="41" idx="3"/>
            <a:endCxn id="63" idx="1"/>
          </p:cNvCxnSpPr>
          <p:nvPr/>
        </p:nvCxnSpPr>
        <p:spPr>
          <a:xfrm>
            <a:off x="8614174" y="1317050"/>
            <a:ext cx="257291" cy="13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0D77CFFB-2CEA-79F6-4455-64ED021FC41B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>
            <a:off x="7977112" y="1535708"/>
            <a:ext cx="0" cy="142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F8B56FCB-93A3-3BA4-FE79-72A4361D8633}"/>
              </a:ext>
            </a:extLst>
          </p:cNvPr>
          <p:cNvCxnSpPr>
            <a:stCxn id="42" idx="2"/>
          </p:cNvCxnSpPr>
          <p:nvPr/>
        </p:nvCxnSpPr>
        <p:spPr>
          <a:xfrm flipH="1">
            <a:off x="7977111" y="2142562"/>
            <a:ext cx="1" cy="245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7412EAD2-1E95-E583-ACB9-20587CC0F24B}"/>
              </a:ext>
            </a:extLst>
          </p:cNvPr>
          <p:cNvCxnSpPr>
            <a:stCxn id="44" idx="2"/>
            <a:endCxn id="46" idx="0"/>
          </p:cNvCxnSpPr>
          <p:nvPr/>
        </p:nvCxnSpPr>
        <p:spPr>
          <a:xfrm>
            <a:off x="8099596" y="3482666"/>
            <a:ext cx="4480" cy="185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BCE217C7-9B30-6C94-58A8-297887BEF3A9}"/>
              </a:ext>
            </a:extLst>
          </p:cNvPr>
          <p:cNvCxnSpPr>
            <a:stCxn id="46" idx="2"/>
            <a:endCxn id="47" idx="0"/>
          </p:cNvCxnSpPr>
          <p:nvPr/>
        </p:nvCxnSpPr>
        <p:spPr>
          <a:xfrm flipH="1">
            <a:off x="8099596" y="4110934"/>
            <a:ext cx="4480" cy="153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C4EC992A-ABD6-B875-225D-C5DFDF87E786}"/>
              </a:ext>
            </a:extLst>
          </p:cNvPr>
          <p:cNvCxnSpPr>
            <a:stCxn id="47" idx="2"/>
            <a:endCxn id="48" idx="0"/>
          </p:cNvCxnSpPr>
          <p:nvPr/>
        </p:nvCxnSpPr>
        <p:spPr>
          <a:xfrm>
            <a:off x="8099596" y="4707168"/>
            <a:ext cx="0" cy="118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A7138E15-FEA5-0789-0DF9-11DD1DF96574}"/>
              </a:ext>
            </a:extLst>
          </p:cNvPr>
          <p:cNvSpPr txBox="1"/>
          <p:nvPr/>
        </p:nvSpPr>
        <p:spPr>
          <a:xfrm>
            <a:off x="11810162" y="642913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EAC78E2-C4FF-DA0F-9932-B72435FF648A}"/>
              </a:ext>
            </a:extLst>
          </p:cNvPr>
          <p:cNvSpPr txBox="1"/>
          <p:nvPr/>
        </p:nvSpPr>
        <p:spPr>
          <a:xfrm>
            <a:off x="13107885" y="566886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1DF2C2E-7D4A-62F5-4CA4-378DEAAF7C34}"/>
              </a:ext>
            </a:extLst>
          </p:cNvPr>
          <p:cNvSpPr txBox="1"/>
          <p:nvPr/>
        </p:nvSpPr>
        <p:spPr>
          <a:xfrm>
            <a:off x="2891321" y="317488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6984831-0AB2-6918-A244-0E2FA2253D6D}"/>
              </a:ext>
            </a:extLst>
          </p:cNvPr>
          <p:cNvSpPr txBox="1"/>
          <p:nvPr/>
        </p:nvSpPr>
        <p:spPr>
          <a:xfrm>
            <a:off x="1254226" y="454629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C914154-7BDD-1D63-1924-E1A5341A45C0}"/>
              </a:ext>
            </a:extLst>
          </p:cNvPr>
          <p:cNvSpPr txBox="1"/>
          <p:nvPr/>
        </p:nvSpPr>
        <p:spPr>
          <a:xfrm>
            <a:off x="1241201" y="374255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9CCA84F-0D0A-6BD1-603A-314C7E8F0EA6}"/>
              </a:ext>
            </a:extLst>
          </p:cNvPr>
          <p:cNvSpPr txBox="1"/>
          <p:nvPr/>
        </p:nvSpPr>
        <p:spPr>
          <a:xfrm>
            <a:off x="2948237" y="402804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37062F0-00E0-21EF-9FF0-F3CA85E5C285}"/>
              </a:ext>
            </a:extLst>
          </p:cNvPr>
          <p:cNvSpPr txBox="1"/>
          <p:nvPr/>
        </p:nvSpPr>
        <p:spPr>
          <a:xfrm>
            <a:off x="8362110" y="101765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C73A0F6-2363-2FEC-6C76-5A6867C1B401}"/>
              </a:ext>
            </a:extLst>
          </p:cNvPr>
          <p:cNvSpPr txBox="1"/>
          <p:nvPr/>
        </p:nvSpPr>
        <p:spPr>
          <a:xfrm>
            <a:off x="7464166" y="14273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15894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34289" y="1538641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3168623" y="7473715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3992282" y="4150949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42190" y="833998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650312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11108591" y="3074002"/>
            <a:ext cx="2434400" cy="29843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elements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11108591" y="3372439"/>
            <a:ext cx="2434400" cy="137269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1352988" y="7275574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operand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2991297" y="7283131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55910" y="6505915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194219" y="6418307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194219" y="6689359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62784" y="6505915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41815" y="7314348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41815" y="7827402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62783" y="7720039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22076" y="7813911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3122074" y="8264713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192188" y="7823718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11489430" y="763421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692352" y="690219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2505977" y="715526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3421423" y="593434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2754603" y="7463038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70CAE17-951D-8F96-B30E-03292D358BEB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2072318" y="7671856"/>
            <a:ext cx="0" cy="263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0994569" y="6704056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275239" y="6902197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23949" y="6736735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23949" y="7950859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08065" y="8044730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7613742" y="6933203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12301514" y="1992681"/>
            <a:ext cx="764185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5521812" y="6691079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4808231" y="5812071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3843397" y="185409"/>
            <a:ext cx="458947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(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fgets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(line, 30,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 != NULL)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1623320" y="7157466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3852797" y="3716351"/>
            <a:ext cx="776561" cy="56533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5456627" y="7139812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D1E6C544-5667-6CF9-A73E-A8C54ABDB187}"/>
              </a:ext>
            </a:extLst>
          </p:cNvPr>
          <p:cNvSpPr/>
          <p:nvPr/>
        </p:nvSpPr>
        <p:spPr>
          <a:xfrm>
            <a:off x="2652839" y="1508811"/>
            <a:ext cx="954012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maze.txt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E9DD23DE-1A65-DF1B-96A0-71AF5E4DA8CE}"/>
              </a:ext>
            </a:extLst>
          </p:cNvPr>
          <p:cNvSpPr/>
          <p:nvPr/>
        </p:nvSpPr>
        <p:spPr>
          <a:xfrm>
            <a:off x="13218155" y="2409879"/>
            <a:ext cx="1038226" cy="6035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number of element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4" name="순서도: 처리 43">
            <a:extLst>
              <a:ext uri="{FF2B5EF4-FFF2-40B4-BE49-F238E27FC236}">
                <a16:creationId xmlns:a16="http://schemas.microsoft.com/office/drawing/2014/main" id="{18ED4F92-2DF0-A9E2-0EB0-C2FF5906BE9D}"/>
              </a:ext>
            </a:extLst>
          </p:cNvPr>
          <p:cNvSpPr/>
          <p:nvPr/>
        </p:nvSpPr>
        <p:spPr>
          <a:xfrm>
            <a:off x="11806678" y="3515147"/>
            <a:ext cx="1038226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exp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7" name="순서도: 종속 처리 46">
            <a:extLst>
              <a:ext uri="{FF2B5EF4-FFF2-40B4-BE49-F238E27FC236}">
                <a16:creationId xmlns:a16="http://schemas.microsoft.com/office/drawing/2014/main" id="{EE5B1C03-531F-F0D1-8C1E-FA472DD87B7F}"/>
              </a:ext>
            </a:extLst>
          </p:cNvPr>
          <p:cNvSpPr/>
          <p:nvPr/>
        </p:nvSpPr>
        <p:spPr>
          <a:xfrm>
            <a:off x="11340286" y="4141725"/>
            <a:ext cx="2016858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attach() 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exp at arear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99475D8B-B2E7-5BA4-C587-7ADCB6A5842D}"/>
              </a:ext>
            </a:extLst>
          </p:cNvPr>
          <p:cNvSpPr/>
          <p:nvPr/>
        </p:nvSpPr>
        <p:spPr>
          <a:xfrm>
            <a:off x="11108591" y="5009328"/>
            <a:ext cx="2434400" cy="29843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elements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E5905821-74E5-8EE3-1462-2E0178885ACC}"/>
              </a:ext>
            </a:extLst>
          </p:cNvPr>
          <p:cNvSpPr/>
          <p:nvPr/>
        </p:nvSpPr>
        <p:spPr>
          <a:xfrm>
            <a:off x="11108591" y="5307765"/>
            <a:ext cx="2434400" cy="137612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1" name="순서도: 처리 50">
            <a:extLst>
              <a:ext uri="{FF2B5EF4-FFF2-40B4-BE49-F238E27FC236}">
                <a16:creationId xmlns:a16="http://schemas.microsoft.com/office/drawing/2014/main" id="{9DDA5D8B-2120-B0D9-5728-A3517B7CF53D}"/>
              </a:ext>
            </a:extLst>
          </p:cNvPr>
          <p:cNvSpPr/>
          <p:nvPr/>
        </p:nvSpPr>
        <p:spPr>
          <a:xfrm>
            <a:off x="9346720" y="5253307"/>
            <a:ext cx="764185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F06AB4F7-BBFE-F48C-CE7D-66BC82E59D8D}"/>
              </a:ext>
            </a:extLst>
          </p:cNvPr>
          <p:cNvSpPr/>
          <p:nvPr/>
        </p:nvSpPr>
        <p:spPr>
          <a:xfrm>
            <a:off x="13852797" y="5651677"/>
            <a:ext cx="776561" cy="56533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F76042AB-91BE-35F4-56FB-ED41D1021668}"/>
              </a:ext>
            </a:extLst>
          </p:cNvPr>
          <p:cNvSpPr/>
          <p:nvPr/>
        </p:nvSpPr>
        <p:spPr>
          <a:xfrm>
            <a:off x="8264790" y="5255033"/>
            <a:ext cx="954011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 =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brear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5" name="순서도: 처리 54">
            <a:extLst>
              <a:ext uri="{FF2B5EF4-FFF2-40B4-BE49-F238E27FC236}">
                <a16:creationId xmlns:a16="http://schemas.microsoft.com/office/drawing/2014/main" id="{DD927081-298C-3A73-494C-101F21C339DC}"/>
              </a:ext>
            </a:extLst>
          </p:cNvPr>
          <p:cNvSpPr/>
          <p:nvPr/>
        </p:nvSpPr>
        <p:spPr>
          <a:xfrm>
            <a:off x="10238824" y="5192962"/>
            <a:ext cx="1038226" cy="6035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number of element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6" name="순서도: 처리 55">
            <a:extLst>
              <a:ext uri="{FF2B5EF4-FFF2-40B4-BE49-F238E27FC236}">
                <a16:creationId xmlns:a16="http://schemas.microsoft.com/office/drawing/2014/main" id="{58EC9899-9613-B5B0-7C17-431DD54B6AEE}"/>
              </a:ext>
            </a:extLst>
          </p:cNvPr>
          <p:cNvSpPr/>
          <p:nvPr/>
        </p:nvSpPr>
        <p:spPr>
          <a:xfrm>
            <a:off x="11806678" y="5450473"/>
            <a:ext cx="1038226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exp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7" name="순서도: 종속 처리 56">
            <a:extLst>
              <a:ext uri="{FF2B5EF4-FFF2-40B4-BE49-F238E27FC236}">
                <a16:creationId xmlns:a16="http://schemas.microsoft.com/office/drawing/2014/main" id="{964E7D75-719C-2740-2B73-B2E8601BC043}"/>
              </a:ext>
            </a:extLst>
          </p:cNvPr>
          <p:cNvSpPr/>
          <p:nvPr/>
        </p:nvSpPr>
        <p:spPr>
          <a:xfrm>
            <a:off x="11340286" y="6077051"/>
            <a:ext cx="2016858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attach() 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exp at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brear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8" name="순서도: 종속 처리 57">
            <a:extLst>
              <a:ext uri="{FF2B5EF4-FFF2-40B4-BE49-F238E27FC236}">
                <a16:creationId xmlns:a16="http://schemas.microsoft.com/office/drawing/2014/main" id="{1DDC1142-F943-D5D0-9542-B4E5209DCB74}"/>
              </a:ext>
            </a:extLst>
          </p:cNvPr>
          <p:cNvSpPr/>
          <p:nvPr/>
        </p:nvSpPr>
        <p:spPr>
          <a:xfrm>
            <a:off x="8210372" y="6637893"/>
            <a:ext cx="2016858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 =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pmult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a,b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pwrite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(d)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0FF1F1B6-C910-EBCE-C5D9-A47F7C1D526B}"/>
              </a:ext>
            </a:extLst>
          </p:cNvPr>
          <p:cNvCxnSpPr>
            <a:stCxn id="35" idx="3"/>
          </p:cNvCxnSpPr>
          <p:nvPr/>
        </p:nvCxnSpPr>
        <p:spPr>
          <a:xfrm flipH="1">
            <a:off x="7622954" y="3999017"/>
            <a:ext cx="7006404" cy="879488"/>
          </a:xfrm>
          <a:prstGeom prst="bentConnector3">
            <a:avLst>
              <a:gd name="adj1" fmla="val -326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F2F6F138-7BDA-1E7C-4110-FF1287B6F8F2}"/>
              </a:ext>
            </a:extLst>
          </p:cNvPr>
          <p:cNvCxnSpPr/>
          <p:nvPr/>
        </p:nvCxnSpPr>
        <p:spPr>
          <a:xfrm flipH="1">
            <a:off x="5808311" y="4512568"/>
            <a:ext cx="7006404" cy="879488"/>
          </a:xfrm>
          <a:prstGeom prst="bentConnector3">
            <a:avLst>
              <a:gd name="adj1" fmla="val -326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5B1334E2-7DB9-94A8-CD58-24FA27FC4EB4}"/>
              </a:ext>
            </a:extLst>
          </p:cNvPr>
          <p:cNvCxnSpPr>
            <a:stCxn id="15" idx="3"/>
            <a:endCxn id="39" idx="1"/>
          </p:cNvCxnSpPr>
          <p:nvPr/>
        </p:nvCxnSpPr>
        <p:spPr>
          <a:xfrm>
            <a:off x="13065699" y="2234616"/>
            <a:ext cx="152456" cy="477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3AE1A296-4715-47F7-A099-1588A459AFE8}"/>
              </a:ext>
            </a:extLst>
          </p:cNvPr>
          <p:cNvCxnSpPr>
            <a:stCxn id="39" idx="3"/>
            <a:endCxn id="5" idx="1"/>
          </p:cNvCxnSpPr>
          <p:nvPr/>
        </p:nvCxnSpPr>
        <p:spPr>
          <a:xfrm flipH="1">
            <a:off x="11108591" y="2711629"/>
            <a:ext cx="3147790" cy="1347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1F6E96D-ACA3-9576-6C7E-C7E7DD89DC97}"/>
              </a:ext>
            </a:extLst>
          </p:cNvPr>
          <p:cNvCxnSpPr>
            <a:stCxn id="5" idx="3"/>
            <a:endCxn id="35" idx="1"/>
          </p:cNvCxnSpPr>
          <p:nvPr/>
        </p:nvCxnSpPr>
        <p:spPr>
          <a:xfrm flipV="1">
            <a:off x="13542991" y="3999017"/>
            <a:ext cx="309806" cy="59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67E1BDF-1A29-1B8A-F223-C44E3367BC76}"/>
              </a:ext>
            </a:extLst>
          </p:cNvPr>
          <p:cNvCxnSpPr>
            <a:stCxn id="54" idx="3"/>
            <a:endCxn id="51" idx="1"/>
          </p:cNvCxnSpPr>
          <p:nvPr/>
        </p:nvCxnSpPr>
        <p:spPr>
          <a:xfrm flipV="1">
            <a:off x="9218801" y="5495242"/>
            <a:ext cx="127919" cy="1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7DA8B8B0-130D-332E-E956-4875CACE55EB}"/>
              </a:ext>
            </a:extLst>
          </p:cNvPr>
          <p:cNvCxnSpPr>
            <a:cxnSpLocks/>
          </p:cNvCxnSpPr>
          <p:nvPr/>
        </p:nvCxnSpPr>
        <p:spPr>
          <a:xfrm>
            <a:off x="14506466" y="4963093"/>
            <a:ext cx="22924" cy="14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9153B424-04D4-38B0-3B4E-528057590F07}"/>
              </a:ext>
            </a:extLst>
          </p:cNvPr>
          <p:cNvCxnSpPr>
            <a:stCxn id="51" idx="3"/>
            <a:endCxn id="55" idx="1"/>
          </p:cNvCxnSpPr>
          <p:nvPr/>
        </p:nvCxnSpPr>
        <p:spPr>
          <a:xfrm flipV="1">
            <a:off x="10110905" y="5494712"/>
            <a:ext cx="127919" cy="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954F2842-D00D-40C8-5FE7-B6ECA9758C86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11277050" y="5494712"/>
            <a:ext cx="2012216" cy="1465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60E5388-CA7C-A8CF-10DF-52FC3B16B985}"/>
              </a:ext>
            </a:extLst>
          </p:cNvPr>
          <p:cNvCxnSpPr>
            <a:cxnSpLocks/>
          </p:cNvCxnSpPr>
          <p:nvPr/>
        </p:nvCxnSpPr>
        <p:spPr>
          <a:xfrm>
            <a:off x="14506466" y="6898419"/>
            <a:ext cx="22924" cy="14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5FD2782F-12E0-2550-9D8D-4A77D246DE48}"/>
              </a:ext>
            </a:extLst>
          </p:cNvPr>
          <p:cNvCxnSpPr>
            <a:stCxn id="49" idx="3"/>
            <a:endCxn id="53" idx="1"/>
          </p:cNvCxnSpPr>
          <p:nvPr/>
        </p:nvCxnSpPr>
        <p:spPr>
          <a:xfrm flipV="1">
            <a:off x="13542991" y="5934343"/>
            <a:ext cx="309806" cy="61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F5C55538-FDD1-F5FC-CC4A-80F52522FCAA}"/>
              </a:ext>
            </a:extLst>
          </p:cNvPr>
          <p:cNvCxnSpPr>
            <a:endCxn id="58" idx="1"/>
          </p:cNvCxnSpPr>
          <p:nvPr/>
        </p:nvCxnSpPr>
        <p:spPr>
          <a:xfrm rot="16200000" flipH="1">
            <a:off x="7860719" y="6519937"/>
            <a:ext cx="513459" cy="1858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순서도: 처리 49">
            <a:extLst>
              <a:ext uri="{FF2B5EF4-FFF2-40B4-BE49-F238E27FC236}">
                <a16:creationId xmlns:a16="http://schemas.microsoft.com/office/drawing/2014/main" id="{4ADC525D-A335-C51D-8C92-F8B933DAE7EA}"/>
              </a:ext>
            </a:extLst>
          </p:cNvPr>
          <p:cNvSpPr/>
          <p:nvPr/>
        </p:nvSpPr>
        <p:spPr>
          <a:xfrm>
            <a:off x="3843397" y="622803"/>
            <a:ext cx="4589473" cy="25843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9" name="순서도: 판단 58">
            <a:extLst>
              <a:ext uri="{FF2B5EF4-FFF2-40B4-BE49-F238E27FC236}">
                <a16:creationId xmlns:a16="http://schemas.microsoft.com/office/drawing/2014/main" id="{8F2597D7-B666-5EBC-E1C0-1B4C6477A552}"/>
              </a:ext>
            </a:extLst>
          </p:cNvPr>
          <p:cNvSpPr/>
          <p:nvPr/>
        </p:nvSpPr>
        <p:spPr>
          <a:xfrm>
            <a:off x="3921040" y="1001799"/>
            <a:ext cx="1737773" cy="59226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first line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2" name="순서도: 처리 61">
            <a:extLst>
              <a:ext uri="{FF2B5EF4-FFF2-40B4-BE49-F238E27FC236}">
                <a16:creationId xmlns:a16="http://schemas.microsoft.com/office/drawing/2014/main" id="{F04677F7-CACD-1DC5-724F-3A58E7FA03A4}"/>
              </a:ext>
            </a:extLst>
          </p:cNvPr>
          <p:cNvSpPr/>
          <p:nvPr/>
        </p:nvSpPr>
        <p:spPr>
          <a:xfrm>
            <a:off x="5888855" y="792440"/>
            <a:ext cx="2395567" cy="27416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line[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!= ‘\n’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0" name="순서도: 처리 69">
            <a:extLst>
              <a:ext uri="{FF2B5EF4-FFF2-40B4-BE49-F238E27FC236}">
                <a16:creationId xmlns:a16="http://schemas.microsoft.com/office/drawing/2014/main" id="{195668AD-53FE-3E51-B1E0-777916A4CFDE}"/>
              </a:ext>
            </a:extLst>
          </p:cNvPr>
          <p:cNvSpPr/>
          <p:nvPr/>
        </p:nvSpPr>
        <p:spPr>
          <a:xfrm>
            <a:off x="5888855" y="1067776"/>
            <a:ext cx="2395567" cy="69603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D0F15BBB-D23C-E275-5BB1-6206DCAFDFF1}"/>
              </a:ext>
            </a:extLst>
          </p:cNvPr>
          <p:cNvSpPr/>
          <p:nvPr/>
        </p:nvSpPr>
        <p:spPr>
          <a:xfrm>
            <a:off x="6106125" y="1161115"/>
            <a:ext cx="1961026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maze[0][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= line[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– ‘0’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++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2" name="순서도: 처리 71">
            <a:extLst>
              <a:ext uri="{FF2B5EF4-FFF2-40B4-BE49-F238E27FC236}">
                <a16:creationId xmlns:a16="http://schemas.microsoft.com/office/drawing/2014/main" id="{D0E37458-14FF-CBE3-A853-8D0C0F322AB4}"/>
              </a:ext>
            </a:extLst>
          </p:cNvPr>
          <p:cNvSpPr/>
          <p:nvPr/>
        </p:nvSpPr>
        <p:spPr>
          <a:xfrm>
            <a:off x="4020547" y="2023945"/>
            <a:ext cx="2395567" cy="27416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for 0 to colnum-1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4" name="순서도: 처리 73">
            <a:extLst>
              <a:ext uri="{FF2B5EF4-FFF2-40B4-BE49-F238E27FC236}">
                <a16:creationId xmlns:a16="http://schemas.microsoft.com/office/drawing/2014/main" id="{0EDE24B6-D8F6-F13B-8CFD-C580CDD729A3}"/>
              </a:ext>
            </a:extLst>
          </p:cNvPr>
          <p:cNvSpPr/>
          <p:nvPr/>
        </p:nvSpPr>
        <p:spPr>
          <a:xfrm>
            <a:off x="4020547" y="2299281"/>
            <a:ext cx="2395567" cy="69603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6" name="순서도: 처리 75">
            <a:extLst>
              <a:ext uri="{FF2B5EF4-FFF2-40B4-BE49-F238E27FC236}">
                <a16:creationId xmlns:a16="http://schemas.microsoft.com/office/drawing/2014/main" id="{6B53747E-45C0-3348-6F14-F054FECC170A}"/>
              </a:ext>
            </a:extLst>
          </p:cNvPr>
          <p:cNvSpPr/>
          <p:nvPr/>
        </p:nvSpPr>
        <p:spPr>
          <a:xfrm>
            <a:off x="4237817" y="2392620"/>
            <a:ext cx="1961026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maze[0][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= line[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– ‘0’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++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31A1E62D-13EC-6C07-20C9-5C04A584F9CA}"/>
              </a:ext>
            </a:extLst>
          </p:cNvPr>
          <p:cNvSpPr/>
          <p:nvPr/>
        </p:nvSpPr>
        <p:spPr>
          <a:xfrm>
            <a:off x="6812424" y="2207225"/>
            <a:ext cx="1293177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++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8" name="순서도: 처리 77">
            <a:extLst>
              <a:ext uri="{FF2B5EF4-FFF2-40B4-BE49-F238E27FC236}">
                <a16:creationId xmlns:a16="http://schemas.microsoft.com/office/drawing/2014/main" id="{893D535E-DBFD-9400-770A-BADD99716809}"/>
              </a:ext>
            </a:extLst>
          </p:cNvPr>
          <p:cNvSpPr/>
          <p:nvPr/>
        </p:nvSpPr>
        <p:spPr>
          <a:xfrm>
            <a:off x="1185560" y="1421223"/>
            <a:ext cx="1364275" cy="7139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char line[100]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0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0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2" name="순서도: 처리 81">
            <a:extLst>
              <a:ext uri="{FF2B5EF4-FFF2-40B4-BE49-F238E27FC236}">
                <a16:creationId xmlns:a16="http://schemas.microsoft.com/office/drawing/2014/main" id="{FD85EB62-CDD4-B8C9-01E6-46E30B6EB066}"/>
              </a:ext>
            </a:extLst>
          </p:cNvPr>
          <p:cNvSpPr/>
          <p:nvPr/>
        </p:nvSpPr>
        <p:spPr>
          <a:xfrm>
            <a:off x="772409" y="3515147"/>
            <a:ext cx="2013498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EXIT_ROW =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-2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EXIT_COL =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-2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4" name="순서도: 종속 처리 83">
            <a:extLst>
              <a:ext uri="{FF2B5EF4-FFF2-40B4-BE49-F238E27FC236}">
                <a16:creationId xmlns:a16="http://schemas.microsoft.com/office/drawing/2014/main" id="{7F2C4B2F-2820-E88E-F8B2-67062EBC620F}"/>
              </a:ext>
            </a:extLst>
          </p:cNvPr>
          <p:cNvSpPr/>
          <p:nvPr/>
        </p:nvSpPr>
        <p:spPr>
          <a:xfrm>
            <a:off x="3421423" y="3536762"/>
            <a:ext cx="1141718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path()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E33D8CDA-557C-E8DE-D95D-28C3CB7F1DEC}"/>
              </a:ext>
            </a:extLst>
          </p:cNvPr>
          <p:cNvCxnSpPr>
            <a:stCxn id="4" idx="3"/>
            <a:endCxn id="78" idx="1"/>
          </p:cNvCxnSpPr>
          <p:nvPr/>
        </p:nvCxnSpPr>
        <p:spPr>
          <a:xfrm>
            <a:off x="1082556" y="1758774"/>
            <a:ext cx="103004" cy="19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A5EA06DB-A333-A8DF-D7EE-B9766A9CAAD7}"/>
              </a:ext>
            </a:extLst>
          </p:cNvPr>
          <p:cNvCxnSpPr>
            <a:stCxn id="78" idx="3"/>
            <a:endCxn id="9" idx="1"/>
          </p:cNvCxnSpPr>
          <p:nvPr/>
        </p:nvCxnSpPr>
        <p:spPr>
          <a:xfrm flipV="1">
            <a:off x="2549835" y="1750746"/>
            <a:ext cx="103004" cy="27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5A8D3B98-77C2-A3AE-409A-51400FFE1F73}"/>
              </a:ext>
            </a:extLst>
          </p:cNvPr>
          <p:cNvCxnSpPr>
            <a:stCxn id="9" idx="3"/>
          </p:cNvCxnSpPr>
          <p:nvPr/>
        </p:nvCxnSpPr>
        <p:spPr>
          <a:xfrm>
            <a:off x="3606851" y="1750746"/>
            <a:ext cx="2365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E2C0B77A-EC81-4A7D-F9E9-3C118024E3C1}"/>
              </a:ext>
            </a:extLst>
          </p:cNvPr>
          <p:cNvCxnSpPr>
            <a:stCxn id="59" idx="3"/>
          </p:cNvCxnSpPr>
          <p:nvPr/>
        </p:nvCxnSpPr>
        <p:spPr>
          <a:xfrm>
            <a:off x="5658813" y="1297930"/>
            <a:ext cx="2300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15849580-AC5A-3965-2ED1-BFB488AFAA7A}"/>
              </a:ext>
            </a:extLst>
          </p:cNvPr>
          <p:cNvCxnSpPr>
            <a:stCxn id="59" idx="2"/>
          </p:cNvCxnSpPr>
          <p:nvPr/>
        </p:nvCxnSpPr>
        <p:spPr>
          <a:xfrm flipH="1">
            <a:off x="4789926" y="1594061"/>
            <a:ext cx="1" cy="429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076DB1C9-58B5-4027-B75A-58344B4873B7}"/>
              </a:ext>
            </a:extLst>
          </p:cNvPr>
          <p:cNvCxnSpPr>
            <a:endCxn id="43" idx="1"/>
          </p:cNvCxnSpPr>
          <p:nvPr/>
        </p:nvCxnSpPr>
        <p:spPr>
          <a:xfrm>
            <a:off x="6416114" y="2449160"/>
            <a:ext cx="3963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3BFE5093-5283-F352-5D50-F3D3B4FBD118}"/>
              </a:ext>
            </a:extLst>
          </p:cNvPr>
          <p:cNvCxnSpPr>
            <a:stCxn id="50" idx="3"/>
          </p:cNvCxnSpPr>
          <p:nvPr/>
        </p:nvCxnSpPr>
        <p:spPr>
          <a:xfrm flipH="1">
            <a:off x="1779158" y="1914966"/>
            <a:ext cx="6653712" cy="1457472"/>
          </a:xfrm>
          <a:prstGeom prst="bentConnector3">
            <a:avLst>
              <a:gd name="adj1" fmla="val -343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72D5E0F2-5C3C-5643-8836-523C81016DEF}"/>
              </a:ext>
            </a:extLst>
          </p:cNvPr>
          <p:cNvCxnSpPr>
            <a:endCxn id="82" idx="0"/>
          </p:cNvCxnSpPr>
          <p:nvPr/>
        </p:nvCxnSpPr>
        <p:spPr>
          <a:xfrm>
            <a:off x="1779158" y="3349792"/>
            <a:ext cx="0" cy="165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841B4A39-4C90-1519-4CE9-33D8C05CA422}"/>
              </a:ext>
            </a:extLst>
          </p:cNvPr>
          <p:cNvCxnSpPr>
            <a:stCxn id="82" idx="3"/>
            <a:endCxn id="84" idx="1"/>
          </p:cNvCxnSpPr>
          <p:nvPr/>
        </p:nvCxnSpPr>
        <p:spPr>
          <a:xfrm>
            <a:off x="2785907" y="3757082"/>
            <a:ext cx="635516" cy="11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6C7B6242-1803-7FE4-3AB2-AF4E4E3B5116}"/>
              </a:ext>
            </a:extLst>
          </p:cNvPr>
          <p:cNvSpPr txBox="1"/>
          <p:nvPr/>
        </p:nvSpPr>
        <p:spPr>
          <a:xfrm>
            <a:off x="5391602" y="97334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CBBD7F7-15ED-9728-EEDA-708BB9AFDF09}"/>
              </a:ext>
            </a:extLst>
          </p:cNvPr>
          <p:cNvSpPr txBox="1"/>
          <p:nvPr/>
        </p:nvSpPr>
        <p:spPr>
          <a:xfrm>
            <a:off x="4194522" y="152806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" name="순서도: 종속 처리 1">
            <a:extLst>
              <a:ext uri="{FF2B5EF4-FFF2-40B4-BE49-F238E27FC236}">
                <a16:creationId xmlns:a16="http://schemas.microsoft.com/office/drawing/2014/main" id="{47AFA4B5-2E99-147E-7085-98CE04E96C76}"/>
              </a:ext>
            </a:extLst>
          </p:cNvPr>
          <p:cNvSpPr/>
          <p:nvPr/>
        </p:nvSpPr>
        <p:spPr>
          <a:xfrm>
            <a:off x="8996427" y="5182538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mwrite(*hdnode_t)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394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66DF5416-EC87-D201-311D-B9E9DF117416}"/>
              </a:ext>
            </a:extLst>
          </p:cNvPr>
          <p:cNvSpPr/>
          <p:nvPr/>
        </p:nvSpPr>
        <p:spPr>
          <a:xfrm>
            <a:off x="431691" y="348354"/>
            <a:ext cx="1947526" cy="13525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stack{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int data[100];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int top;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DD3CC3B2-1753-A3ED-9964-641A20CBD36C}"/>
              </a:ext>
            </a:extLst>
          </p:cNvPr>
          <p:cNvSpPr/>
          <p:nvPr/>
        </p:nvSpPr>
        <p:spPr>
          <a:xfrm>
            <a:off x="2698455" y="335660"/>
            <a:ext cx="3293972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void push(stack* s, char token)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 is not full{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top++; push token;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AA12257F-C715-26BC-7CF2-8E6B6EC589FD}"/>
              </a:ext>
            </a:extLst>
          </p:cNvPr>
          <p:cNvSpPr/>
          <p:nvPr/>
        </p:nvSpPr>
        <p:spPr>
          <a:xfrm>
            <a:off x="431691" y="1866957"/>
            <a:ext cx="2370337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int pop(stack* s)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45C4985F-6575-3831-6817-0ADC8D2460D1}"/>
              </a:ext>
            </a:extLst>
          </p:cNvPr>
          <p:cNvSpPr/>
          <p:nvPr/>
        </p:nvSpPr>
        <p:spPr>
          <a:xfrm>
            <a:off x="2998818" y="1866957"/>
            <a:ext cx="2993609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int isempty(stack* s)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stack’s top is 0, return 1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else, 		        return 0</a:t>
            </a:r>
          </a:p>
        </p:txBody>
      </p:sp>
    </p:spTree>
    <p:extLst>
      <p:ext uri="{BB962C8B-B14F-4D97-AF65-F5344CB8AC3E}">
        <p14:creationId xmlns:p14="http://schemas.microsoft.com/office/powerpoint/2010/main" val="4259851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207585" y="231453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F482647-2CE0-870C-1408-EB482AE07B38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155852" y="451586"/>
            <a:ext cx="1846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5768643" y="963025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3900878" y="4568609"/>
            <a:ext cx="347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eval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char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str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k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3704426" y="210082"/>
            <a:ext cx="381495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string’s digits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3704427" y="671719"/>
            <a:ext cx="3814958" cy="372272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3953008" y="764884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stack is empty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5591316" y="772441"/>
            <a:ext cx="1643983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ith string to stack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3953008" y="1424662"/>
            <a:ext cx="1438659" cy="85402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top data &lt; ith string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3902720" y="2441105"/>
            <a:ext cx="1529730" cy="50810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k &gt; 0 &amp;&amp; stack isn’t empty &amp;&amp; top data is ge than ith string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3910123" y="2935395"/>
            <a:ext cx="1522327" cy="68433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 stack</a:t>
            </a: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7653503" y="210082"/>
            <a:ext cx="1932356" cy="3669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stack isn’t empty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4089450" y="112352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5105997" y="64457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5098228" y="130038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5354623" y="952348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70CAE17-951D-8F96-B30E-03292D358BEB}"/>
              </a:ext>
            </a:extLst>
          </p:cNvPr>
          <p:cNvCxnSpPr>
            <a:cxnSpLocks/>
            <a:stCxn id="18" idx="2"/>
            <a:endCxn id="8" idx="0"/>
          </p:cNvCxnSpPr>
          <p:nvPr/>
        </p:nvCxnSpPr>
        <p:spPr>
          <a:xfrm>
            <a:off x="4672338" y="1161166"/>
            <a:ext cx="0" cy="263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07D6E509-0629-A727-5ECD-F108BD109F56}"/>
              </a:ext>
            </a:extLst>
          </p:cNvPr>
          <p:cNvSpPr/>
          <p:nvPr/>
        </p:nvSpPr>
        <p:spPr>
          <a:xfrm>
            <a:off x="7643866" y="572558"/>
            <a:ext cx="1941993" cy="45180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temp[i] = pop stack;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i++</a:t>
            </a:r>
          </a:p>
        </p:txBody>
      </p:sp>
      <p:sp>
        <p:nvSpPr>
          <p:cNvPr id="17" name="순서도: 판단 16">
            <a:extLst>
              <a:ext uri="{FF2B5EF4-FFF2-40B4-BE49-F238E27FC236}">
                <a16:creationId xmlns:a16="http://schemas.microsoft.com/office/drawing/2014/main" id="{7DA606AF-CA72-ABA4-AF98-4A39DEB892E1}"/>
              </a:ext>
            </a:extLst>
          </p:cNvPr>
          <p:cNvSpPr/>
          <p:nvPr/>
        </p:nvSpPr>
        <p:spPr>
          <a:xfrm>
            <a:off x="1321694" y="128635"/>
            <a:ext cx="2245278" cy="645901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number of string’s digits is se than k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167071F-4D5C-2C6A-4332-8B9161B0A74D}"/>
              </a:ext>
            </a:extLst>
          </p:cNvPr>
          <p:cNvSpPr/>
          <p:nvPr/>
        </p:nvSpPr>
        <p:spPr>
          <a:xfrm>
            <a:off x="1677312" y="874247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0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34D25796-6299-8D0A-FBC9-639E5F46D895}"/>
              </a:ext>
            </a:extLst>
          </p:cNvPr>
          <p:cNvSpPr/>
          <p:nvPr/>
        </p:nvSpPr>
        <p:spPr>
          <a:xfrm>
            <a:off x="1671841" y="1390690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0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0" name="순서도: 처리 39">
            <a:extLst>
              <a:ext uri="{FF2B5EF4-FFF2-40B4-BE49-F238E27FC236}">
                <a16:creationId xmlns:a16="http://schemas.microsoft.com/office/drawing/2014/main" id="{5EEF376D-5E3C-A30D-B687-7AC71A22B0EA}"/>
              </a:ext>
            </a:extLst>
          </p:cNvPr>
          <p:cNvSpPr/>
          <p:nvPr/>
        </p:nvSpPr>
        <p:spPr>
          <a:xfrm>
            <a:off x="5591316" y="1663769"/>
            <a:ext cx="1643983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ith string to stack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B05A26B9-CF0F-9341-2144-3165C4FAA70D}"/>
              </a:ext>
            </a:extLst>
          </p:cNvPr>
          <p:cNvSpPr/>
          <p:nvPr/>
        </p:nvSpPr>
        <p:spPr>
          <a:xfrm>
            <a:off x="3854472" y="3803695"/>
            <a:ext cx="1643983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ith string to stack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D174D5B-0C6E-1F83-648B-3FD4BE96DC07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flipH="1">
            <a:off x="4667585" y="2278685"/>
            <a:ext cx="4753" cy="162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509ED122-35F9-76A5-30D8-E815FFB1D560}"/>
              </a:ext>
            </a:extLst>
          </p:cNvPr>
          <p:cNvCxnSpPr>
            <a:stCxn id="12" idx="2"/>
            <a:endCxn id="43" idx="0"/>
          </p:cNvCxnSpPr>
          <p:nvPr/>
        </p:nvCxnSpPr>
        <p:spPr>
          <a:xfrm>
            <a:off x="4671287" y="3619729"/>
            <a:ext cx="5177" cy="183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6AEC2B1-7B05-4840-3E05-C8DE4118E056}"/>
              </a:ext>
            </a:extLst>
          </p:cNvPr>
          <p:cNvCxnSpPr>
            <a:stCxn id="8" idx="3"/>
            <a:endCxn id="40" idx="1"/>
          </p:cNvCxnSpPr>
          <p:nvPr/>
        </p:nvCxnSpPr>
        <p:spPr>
          <a:xfrm flipV="1">
            <a:off x="5391667" y="1850784"/>
            <a:ext cx="199649" cy="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0BCFE49-7444-C4AD-BFAA-2B9A3571BEC3}"/>
              </a:ext>
            </a:extLst>
          </p:cNvPr>
          <p:cNvCxnSpPr>
            <a:stCxn id="17" idx="2"/>
            <a:endCxn id="20" idx="0"/>
          </p:cNvCxnSpPr>
          <p:nvPr/>
        </p:nvCxnSpPr>
        <p:spPr>
          <a:xfrm flipH="1">
            <a:off x="2442177" y="774536"/>
            <a:ext cx="2156" cy="99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3E9A2C94-12D2-8C1B-9F98-0ED57D53EB4F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 flipH="1">
            <a:off x="2436706" y="1248276"/>
            <a:ext cx="5471" cy="142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A814581-137E-4502-F9C4-EE65C1D4CEA0}"/>
              </a:ext>
            </a:extLst>
          </p:cNvPr>
          <p:cNvCxnSpPr>
            <a:stCxn id="17" idx="3"/>
            <a:endCxn id="3" idx="1"/>
          </p:cNvCxnSpPr>
          <p:nvPr/>
        </p:nvCxnSpPr>
        <p:spPr>
          <a:xfrm flipV="1">
            <a:off x="3566972" y="440901"/>
            <a:ext cx="137454" cy="10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0343399-E0E2-9E0E-1D42-C6A44A0E5792}"/>
              </a:ext>
            </a:extLst>
          </p:cNvPr>
          <p:cNvSpPr txBox="1"/>
          <p:nvPr/>
        </p:nvSpPr>
        <p:spPr>
          <a:xfrm>
            <a:off x="4089450" y="212820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5" name="순서도: 처리 64">
            <a:extLst>
              <a:ext uri="{FF2B5EF4-FFF2-40B4-BE49-F238E27FC236}">
                <a16:creationId xmlns:a16="http://schemas.microsoft.com/office/drawing/2014/main" id="{E9530074-E64B-0C8A-994A-A9F14D418DF3}"/>
              </a:ext>
            </a:extLst>
          </p:cNvPr>
          <p:cNvSpPr/>
          <p:nvPr/>
        </p:nvSpPr>
        <p:spPr>
          <a:xfrm>
            <a:off x="9710340" y="210082"/>
            <a:ext cx="1932356" cy="3669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 of string’s digits minus k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5266952E-C955-E18A-CE0B-5119BF0AB00C}"/>
              </a:ext>
            </a:extLst>
          </p:cNvPr>
          <p:cNvSpPr/>
          <p:nvPr/>
        </p:nvSpPr>
        <p:spPr>
          <a:xfrm>
            <a:off x="9710341" y="572558"/>
            <a:ext cx="1932356" cy="45180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result = temp reversly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only for num of result digit</a:t>
            </a:r>
          </a:p>
        </p:txBody>
      </p:sp>
      <p:sp>
        <p:nvSpPr>
          <p:cNvPr id="67" name="순서도: 처리 66">
            <a:extLst>
              <a:ext uri="{FF2B5EF4-FFF2-40B4-BE49-F238E27FC236}">
                <a16:creationId xmlns:a16="http://schemas.microsoft.com/office/drawing/2014/main" id="{3CBDD35D-FB51-40D1-FA2A-8B904E975B94}"/>
              </a:ext>
            </a:extLst>
          </p:cNvPr>
          <p:cNvSpPr/>
          <p:nvPr/>
        </p:nvSpPr>
        <p:spPr>
          <a:xfrm>
            <a:off x="9911653" y="1325321"/>
            <a:ext cx="1529730" cy="52546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atoi(result)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A6F0D9-A9B7-3201-FCA2-F377A72A820B}"/>
              </a:ext>
            </a:extLst>
          </p:cNvPr>
          <p:cNvSpPr txBox="1"/>
          <p:nvPr/>
        </p:nvSpPr>
        <p:spPr>
          <a:xfrm>
            <a:off x="3203838" y="1270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01B3AA-FC63-3820-F4AF-62712AF449AB}"/>
              </a:ext>
            </a:extLst>
          </p:cNvPr>
          <p:cNvSpPr txBox="1"/>
          <p:nvPr/>
        </p:nvSpPr>
        <p:spPr>
          <a:xfrm>
            <a:off x="1745145" y="604910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2CF65D37-1A01-BCA0-CA7A-D68446268E75}"/>
              </a:ext>
            </a:extLst>
          </p:cNvPr>
          <p:cNvCxnSpPr>
            <a:stCxn id="3" idx="3"/>
            <a:endCxn id="22" idx="1"/>
          </p:cNvCxnSpPr>
          <p:nvPr/>
        </p:nvCxnSpPr>
        <p:spPr>
          <a:xfrm flipV="1">
            <a:off x="7519385" y="393566"/>
            <a:ext cx="134118" cy="47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1DED935D-7AF4-D007-8506-D5A2C3596A1E}"/>
              </a:ext>
            </a:extLst>
          </p:cNvPr>
          <p:cNvCxnSpPr>
            <a:stCxn id="22" idx="3"/>
            <a:endCxn id="65" idx="1"/>
          </p:cNvCxnSpPr>
          <p:nvPr/>
        </p:nvCxnSpPr>
        <p:spPr>
          <a:xfrm>
            <a:off x="9585859" y="393566"/>
            <a:ext cx="1244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31ED080D-B418-E066-2346-62FC8A0AA2ED}"/>
              </a:ext>
            </a:extLst>
          </p:cNvPr>
          <p:cNvCxnSpPr>
            <a:stCxn id="66" idx="2"/>
            <a:endCxn id="67" idx="0"/>
          </p:cNvCxnSpPr>
          <p:nvPr/>
        </p:nvCxnSpPr>
        <p:spPr>
          <a:xfrm flipH="1">
            <a:off x="10676518" y="1024360"/>
            <a:ext cx="1" cy="300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665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D9DCAAA0-38AA-9F5A-CF04-C15E789C9630}"/>
              </a:ext>
            </a:extLst>
          </p:cNvPr>
          <p:cNvSpPr/>
          <p:nvPr/>
        </p:nvSpPr>
        <p:spPr>
          <a:xfrm>
            <a:off x="359833" y="452967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데이터 4">
            <a:extLst>
              <a:ext uri="{FF2B5EF4-FFF2-40B4-BE49-F238E27FC236}">
                <a16:creationId xmlns:a16="http://schemas.microsoft.com/office/drawing/2014/main" id="{EFB56158-E30E-259B-94ED-BF57788C4383}"/>
              </a:ext>
            </a:extLst>
          </p:cNvPr>
          <p:cNvSpPr/>
          <p:nvPr/>
        </p:nvSpPr>
        <p:spPr>
          <a:xfrm>
            <a:off x="1526117" y="347132"/>
            <a:ext cx="2349500" cy="651933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scan string , k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종속 처리 5">
            <a:extLst>
              <a:ext uri="{FF2B5EF4-FFF2-40B4-BE49-F238E27FC236}">
                <a16:creationId xmlns:a16="http://schemas.microsoft.com/office/drawing/2014/main" id="{4812518A-7A00-0665-08ED-2E28F605FF30}"/>
              </a:ext>
            </a:extLst>
          </p:cNvPr>
          <p:cNvSpPr/>
          <p:nvPr/>
        </p:nvSpPr>
        <p:spPr>
          <a:xfrm>
            <a:off x="4178300" y="397933"/>
            <a:ext cx="1968500" cy="546099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eval(string , k)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51C1B845-7B9F-55C1-DCE6-A55D5679001A}"/>
              </a:ext>
            </a:extLst>
          </p:cNvPr>
          <p:cNvSpPr/>
          <p:nvPr/>
        </p:nvSpPr>
        <p:spPr>
          <a:xfrm>
            <a:off x="6642101" y="448733"/>
            <a:ext cx="838200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0353CC5-072B-7227-14AC-6EE32B870835}"/>
              </a:ext>
            </a:extLst>
          </p:cNvPr>
          <p:cNvCxnSpPr>
            <a:stCxn id="4" idx="3"/>
            <a:endCxn id="5" idx="2"/>
          </p:cNvCxnSpPr>
          <p:nvPr/>
        </p:nvCxnSpPr>
        <p:spPr>
          <a:xfrm flipV="1">
            <a:off x="1308100" y="673099"/>
            <a:ext cx="4529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ADD598E-C20E-A159-A0EF-95D93869F53E}"/>
              </a:ext>
            </a:extLst>
          </p:cNvPr>
          <p:cNvCxnSpPr>
            <a:stCxn id="5" idx="5"/>
            <a:endCxn id="6" idx="1"/>
          </p:cNvCxnSpPr>
          <p:nvPr/>
        </p:nvCxnSpPr>
        <p:spPr>
          <a:xfrm flipV="1">
            <a:off x="3640667" y="670983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D978F19-280A-3F03-62DD-05E7091850E9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6146800" y="668866"/>
            <a:ext cx="495301" cy="2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FE74135-31DE-93A0-B4F6-127F6DC37A72}"/>
              </a:ext>
            </a:extLst>
          </p:cNvPr>
          <p:cNvSpPr txBox="1"/>
          <p:nvPr/>
        </p:nvSpPr>
        <p:spPr>
          <a:xfrm>
            <a:off x="3313604" y="120861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53134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1064</TotalTime>
  <Words>5696</Words>
  <Application>Microsoft Office PowerPoint</Application>
  <PresentationFormat>와이드스크린</PresentationFormat>
  <Paragraphs>1403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동협 이</dc:creator>
  <cp:lastModifiedBy>동협 이</cp:lastModifiedBy>
  <cp:revision>450</cp:revision>
  <dcterms:created xsi:type="dcterms:W3CDTF">2024-05-12T11:59:02Z</dcterms:created>
  <dcterms:modified xsi:type="dcterms:W3CDTF">2024-06-13T10:46:38Z</dcterms:modified>
</cp:coreProperties>
</file>