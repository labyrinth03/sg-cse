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9" autoAdjust="0"/>
    <p:restoredTop sz="94660"/>
  </p:normalViewPr>
  <p:slideViewPr>
    <p:cSldViewPr snapToGrid="0">
      <p:cViewPr>
        <p:scale>
          <a:sx n="100" d="100"/>
          <a:sy n="100" d="100"/>
        </p:scale>
        <p:origin x="182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60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4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1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67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27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31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61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05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23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25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70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48B69-6376-43B1-A90A-68FCC8E766B8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EB486-53BA-430D-8F04-BF86EE298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61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3A63F19D-5AC4-677E-72EC-7797498FDCDF}"/>
              </a:ext>
            </a:extLst>
          </p:cNvPr>
          <p:cNvSpPr/>
          <p:nvPr/>
        </p:nvSpPr>
        <p:spPr>
          <a:xfrm>
            <a:off x="393800" y="4348014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void </a:t>
            </a:r>
            <a:r>
              <a:rPr lang="en-US" altLang="ko-KR" sz="1013" dirty="0" err="1">
                <a:solidFill>
                  <a:schemeClr val="tx1"/>
                </a:solidFill>
              </a:rPr>
              <a:t>start_process</a:t>
            </a:r>
            <a:r>
              <a:rPr lang="en-US" altLang="ko-KR" sz="1013" dirty="0">
                <a:solidFill>
                  <a:schemeClr val="tx1"/>
                </a:solidFill>
              </a:rPr>
              <a:t>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9B3D5AA9-5EB7-A21F-8EA9-7D90CB50DDF2}"/>
              </a:ext>
            </a:extLst>
          </p:cNvPr>
          <p:cNvSpPr/>
          <p:nvPr/>
        </p:nvSpPr>
        <p:spPr>
          <a:xfrm>
            <a:off x="393800" y="4976217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load()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16E3FBC0-D588-0604-E472-7E3732D40FF5}"/>
              </a:ext>
            </a:extLst>
          </p:cNvPr>
          <p:cNvSpPr/>
          <p:nvPr/>
        </p:nvSpPr>
        <p:spPr>
          <a:xfrm>
            <a:off x="393800" y="5596383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Parsing of filename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B02B795D-1B93-F4BC-C138-AD45BBC6F2C6}"/>
              </a:ext>
            </a:extLst>
          </p:cNvPr>
          <p:cNvSpPr/>
          <p:nvPr/>
        </p:nvSpPr>
        <p:spPr>
          <a:xfrm>
            <a:off x="393800" y="6175028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Push </a:t>
            </a:r>
            <a:r>
              <a:rPr lang="en-US" altLang="ko-KR" sz="1013" dirty="0" err="1">
                <a:solidFill>
                  <a:schemeClr val="tx1"/>
                </a:solidFill>
              </a:rPr>
              <a:t>arg</a:t>
            </a:r>
            <a:r>
              <a:rPr lang="en-US" altLang="ko-KR" sz="1013" dirty="0">
                <a:solidFill>
                  <a:schemeClr val="tx1"/>
                </a:solidFill>
              </a:rPr>
              <a:t> to </a:t>
            </a:r>
            <a:r>
              <a:rPr lang="en-US" altLang="ko-KR" sz="1013" dirty="0" err="1">
                <a:solidFill>
                  <a:schemeClr val="tx1"/>
                </a:solidFill>
              </a:rPr>
              <a:t>esp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1D7ED0-437E-BD93-BA67-09D79F98CAE9}"/>
              </a:ext>
            </a:extLst>
          </p:cNvPr>
          <p:cNvSpPr/>
          <p:nvPr/>
        </p:nvSpPr>
        <p:spPr>
          <a:xfrm>
            <a:off x="393800" y="6768403"/>
            <a:ext cx="1470719" cy="5384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success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9301BE73-FCE0-E485-ABBE-C6D5120F02D8}"/>
              </a:ext>
            </a:extLst>
          </p:cNvPr>
          <p:cNvSpPr/>
          <p:nvPr/>
        </p:nvSpPr>
        <p:spPr>
          <a:xfrm>
            <a:off x="1982392" y="6832697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exit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4BDCF28F-2873-6904-72A9-8D049C9B8578}"/>
              </a:ext>
            </a:extLst>
          </p:cNvPr>
          <p:cNvSpPr/>
          <p:nvPr/>
        </p:nvSpPr>
        <p:spPr>
          <a:xfrm>
            <a:off x="393800" y="7546630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process_execute</a:t>
            </a:r>
            <a:r>
              <a:rPr lang="en-US" altLang="ko-KR" sz="1013" dirty="0">
                <a:solidFill>
                  <a:schemeClr val="tx1"/>
                </a:solidFill>
              </a:rPr>
              <a:t>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72D727E-36D6-EB72-6B7C-80D4756965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129159" y="4773960"/>
            <a:ext cx="0" cy="202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D3534B4-E512-46F6-C6A0-59A44405C739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129159" y="5402164"/>
            <a:ext cx="0" cy="194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A7F169F-C45B-154A-C84A-A478690287E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29159" y="6022329"/>
            <a:ext cx="0" cy="152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304843E-1CEA-07DA-924E-6CE7BA763E0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129159" y="6600974"/>
            <a:ext cx="0" cy="167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CFF3076-0309-629F-8368-A853BA55C128}"/>
              </a:ext>
            </a:extLst>
          </p:cNvPr>
          <p:cNvCxnSpPr>
            <a:stCxn id="8" idx="2"/>
          </p:cNvCxnSpPr>
          <p:nvPr/>
        </p:nvCxnSpPr>
        <p:spPr>
          <a:xfrm>
            <a:off x="1129159" y="7306863"/>
            <a:ext cx="0" cy="24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C1AA40F-5B8B-82A3-4CDD-CED580AA6A3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864519" y="7037633"/>
            <a:ext cx="117873" cy="8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05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D351-5A28-FD77-81E6-ECCC5340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106DD40D-5AE2-0B74-CE36-7B7F5E06A194}"/>
              </a:ext>
            </a:extLst>
          </p:cNvPr>
          <p:cNvSpPr/>
          <p:nvPr/>
        </p:nvSpPr>
        <p:spPr>
          <a:xfrm>
            <a:off x="393800" y="4415227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START(</a:t>
            </a:r>
            <a:r>
              <a:rPr lang="en-US" altLang="ko-KR" sz="1013" dirty="0" err="1">
                <a:solidFill>
                  <a:schemeClr val="tx1"/>
                </a:solidFill>
              </a:rPr>
              <a:t>addr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D98D563B-AA1B-18C3-E565-0053F49D698A}"/>
              </a:ext>
            </a:extLst>
          </p:cNvPr>
          <p:cNvSpPr/>
          <p:nvPr/>
        </p:nvSpPr>
        <p:spPr>
          <a:xfrm>
            <a:off x="4993483" y="4571943"/>
            <a:ext cx="1470719" cy="5384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success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877689F-ECBB-A48C-836B-2D84D9D08956}"/>
              </a:ext>
            </a:extLst>
          </p:cNvPr>
          <p:cNvCxnSpPr>
            <a:stCxn id="8" idx="2"/>
          </p:cNvCxnSpPr>
          <p:nvPr/>
        </p:nvCxnSpPr>
        <p:spPr>
          <a:xfrm>
            <a:off x="5728842" y="5110403"/>
            <a:ext cx="0" cy="24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순서도: 판단 10">
            <a:extLst>
              <a:ext uri="{FF2B5EF4-FFF2-40B4-BE49-F238E27FC236}">
                <a16:creationId xmlns:a16="http://schemas.microsoft.com/office/drawing/2014/main" id="{D14E4FD7-2FB9-61C8-8980-159563640272}"/>
              </a:ext>
            </a:extLst>
          </p:cNvPr>
          <p:cNvSpPr/>
          <p:nvPr/>
        </p:nvSpPr>
        <p:spPr>
          <a:xfrm>
            <a:off x="393800" y="4950771"/>
            <a:ext cx="1470719" cy="5384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Is </a:t>
            </a:r>
            <a:r>
              <a:rPr lang="en-US" altLang="ko-KR" sz="1013" dirty="0" err="1">
                <a:solidFill>
                  <a:schemeClr val="tx1"/>
                </a:solidFill>
              </a:rPr>
              <a:t>addr</a:t>
            </a:r>
            <a:r>
              <a:rPr lang="en-US" altLang="ko-KR" sz="1013" dirty="0">
                <a:solidFill>
                  <a:schemeClr val="tx1"/>
                </a:solidFill>
              </a:rPr>
              <a:t> NULL?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1A1C05EF-6BC7-288C-04E8-BC0E2FEB71C2}"/>
              </a:ext>
            </a:extLst>
          </p:cNvPr>
          <p:cNvSpPr/>
          <p:nvPr/>
        </p:nvSpPr>
        <p:spPr>
          <a:xfrm>
            <a:off x="2137860" y="5002822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exit(-1)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B4055539-F732-22B5-AC66-EFD09941A07C}"/>
              </a:ext>
            </a:extLst>
          </p:cNvPr>
          <p:cNvSpPr/>
          <p:nvPr/>
        </p:nvSpPr>
        <p:spPr>
          <a:xfrm>
            <a:off x="393800" y="5598829"/>
            <a:ext cx="1470719" cy="86893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Is </a:t>
            </a:r>
            <a:r>
              <a:rPr lang="en-US" altLang="ko-KR" sz="1013" dirty="0" err="1">
                <a:solidFill>
                  <a:schemeClr val="tx1"/>
                </a:solidFill>
              </a:rPr>
              <a:t>addr</a:t>
            </a:r>
            <a:r>
              <a:rPr lang="en-US" altLang="ko-KR" sz="1013" dirty="0">
                <a:solidFill>
                  <a:schemeClr val="tx1"/>
                </a:solidFill>
              </a:rPr>
              <a:t> user virtual address?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DDBC57D6-38D6-8E5C-B6FC-3E3B826E7D41}"/>
              </a:ext>
            </a:extLst>
          </p:cNvPr>
          <p:cNvSpPr/>
          <p:nvPr/>
        </p:nvSpPr>
        <p:spPr>
          <a:xfrm>
            <a:off x="2137860" y="5820320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exit(-1)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8AC5D57E-9B6E-A166-1D69-C6BA603D816F}"/>
              </a:ext>
            </a:extLst>
          </p:cNvPr>
          <p:cNvSpPr/>
          <p:nvPr/>
        </p:nvSpPr>
        <p:spPr>
          <a:xfrm>
            <a:off x="393800" y="6577356"/>
            <a:ext cx="1470719" cy="86893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Is </a:t>
            </a:r>
            <a:r>
              <a:rPr lang="en-US" altLang="ko-KR" sz="1013" dirty="0" err="1">
                <a:solidFill>
                  <a:schemeClr val="tx1"/>
                </a:solidFill>
              </a:rPr>
              <a:t>addr</a:t>
            </a:r>
            <a:r>
              <a:rPr lang="en-US" altLang="ko-KR" sz="1013" dirty="0">
                <a:solidFill>
                  <a:schemeClr val="tx1"/>
                </a:solidFill>
              </a:rPr>
              <a:t> mapped in page </a:t>
            </a:r>
            <a:r>
              <a:rPr lang="en-US" altLang="ko-KR" sz="1013" dirty="0" err="1">
                <a:solidFill>
                  <a:schemeClr val="tx1"/>
                </a:solidFill>
              </a:rPr>
              <a:t>dir</a:t>
            </a:r>
            <a:r>
              <a:rPr lang="en-US" altLang="ko-KR" sz="1013" dirty="0">
                <a:solidFill>
                  <a:schemeClr val="tx1"/>
                </a:solidFill>
              </a:rPr>
              <a:t>?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D5D3473B-0511-48F9-0815-E540106A9523}"/>
              </a:ext>
            </a:extLst>
          </p:cNvPr>
          <p:cNvSpPr/>
          <p:nvPr/>
        </p:nvSpPr>
        <p:spPr>
          <a:xfrm>
            <a:off x="2137860" y="6798848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exit(-1)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CC561014-E3DC-38F4-4102-A59EFC5BBB9E}"/>
              </a:ext>
            </a:extLst>
          </p:cNvPr>
          <p:cNvSpPr/>
          <p:nvPr/>
        </p:nvSpPr>
        <p:spPr>
          <a:xfrm>
            <a:off x="393800" y="7555884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END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263AD88-F3AA-2DE1-8D23-9D3F428CFAD2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1129159" y="4841173"/>
            <a:ext cx="0" cy="109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A6776B7-F9E2-810F-B3EB-C3CCE272F03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1864519" y="5215795"/>
            <a:ext cx="273341" cy="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06D6E56-5CAF-2765-8916-71BF582983C7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1129159" y="5489230"/>
            <a:ext cx="0" cy="109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D86142D-76D6-459C-3D74-D2D0ABEA23A6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1864519" y="6033293"/>
            <a:ext cx="2733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5754CAB-22B5-AE57-8F19-D4D682158A22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1129159" y="6467758"/>
            <a:ext cx="0" cy="109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38E36BF-9D9D-AD09-9722-DDE07D6AEC5C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1864519" y="7011821"/>
            <a:ext cx="2733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BD90E02-65CD-7B36-9AFF-3B7ADA4159F8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1129159" y="7446286"/>
            <a:ext cx="0" cy="109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169E06-CB12-D59D-E60B-E3FD819380B0}"/>
              </a:ext>
            </a:extLst>
          </p:cNvPr>
          <p:cNvSpPr txBox="1"/>
          <p:nvPr/>
        </p:nvSpPr>
        <p:spPr>
          <a:xfrm>
            <a:off x="1798645" y="4993346"/>
            <a:ext cx="42030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13" dirty="0"/>
              <a:t>true</a:t>
            </a:r>
            <a:endParaRPr lang="ko-KR" altLang="en-US" sz="1013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3170B9-AA07-4E98-F181-CBB865DE2008}"/>
              </a:ext>
            </a:extLst>
          </p:cNvPr>
          <p:cNvSpPr txBox="1"/>
          <p:nvPr/>
        </p:nvSpPr>
        <p:spPr>
          <a:xfrm>
            <a:off x="790590" y="6401174"/>
            <a:ext cx="339216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true</a:t>
            </a:r>
            <a:endParaRPr lang="ko-KR" altLang="en-US" sz="1013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9D5E50-A3DB-B2DB-A806-D23F4F84C396}"/>
              </a:ext>
            </a:extLst>
          </p:cNvPr>
          <p:cNvSpPr txBox="1"/>
          <p:nvPr/>
        </p:nvSpPr>
        <p:spPr>
          <a:xfrm>
            <a:off x="793500" y="7379474"/>
            <a:ext cx="339216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true</a:t>
            </a:r>
            <a:endParaRPr lang="ko-KR" altLang="en-US" sz="1013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4AF0FE-76CA-02B3-3F9F-C48E64F8392E}"/>
              </a:ext>
            </a:extLst>
          </p:cNvPr>
          <p:cNvSpPr txBox="1"/>
          <p:nvPr/>
        </p:nvSpPr>
        <p:spPr>
          <a:xfrm>
            <a:off x="737682" y="5451940"/>
            <a:ext cx="445032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false</a:t>
            </a:r>
            <a:endParaRPr lang="ko-KR" altLang="en-US" sz="1013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63EDE9-D1C6-FD6D-324A-42BB3C599B08}"/>
              </a:ext>
            </a:extLst>
          </p:cNvPr>
          <p:cNvSpPr txBox="1"/>
          <p:nvPr/>
        </p:nvSpPr>
        <p:spPr>
          <a:xfrm>
            <a:off x="1798644" y="5834064"/>
            <a:ext cx="445032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false</a:t>
            </a:r>
            <a:endParaRPr lang="ko-KR" altLang="en-US" sz="1013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E61B55-BA72-478F-587E-36D34C415D89}"/>
              </a:ext>
            </a:extLst>
          </p:cNvPr>
          <p:cNvSpPr txBox="1"/>
          <p:nvPr/>
        </p:nvSpPr>
        <p:spPr>
          <a:xfrm>
            <a:off x="1798644" y="6848888"/>
            <a:ext cx="445032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false</a:t>
            </a:r>
            <a:endParaRPr lang="ko-KR" altLang="en-US" sz="1013" dirty="0"/>
          </a:p>
        </p:txBody>
      </p:sp>
    </p:spTree>
    <p:extLst>
      <p:ext uri="{BB962C8B-B14F-4D97-AF65-F5344CB8AC3E}">
        <p14:creationId xmlns:p14="http://schemas.microsoft.com/office/powerpoint/2010/main" val="93551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EE82B-3D05-FE4F-B2DB-9BCFC3F0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8EE93484-22CE-E66E-E2A7-4335D343C477}"/>
              </a:ext>
            </a:extLst>
          </p:cNvPr>
          <p:cNvSpPr/>
          <p:nvPr/>
        </p:nvSpPr>
        <p:spPr>
          <a:xfrm>
            <a:off x="119478" y="768985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Syscall_handler</a:t>
            </a:r>
            <a:r>
              <a:rPr lang="en-US" altLang="ko-KR" sz="1013" dirty="0">
                <a:solidFill>
                  <a:schemeClr val="tx1"/>
                </a:solidFill>
              </a:rPr>
              <a:t>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DD03B9B3-5F18-F05D-13C7-F6E339A1708D}"/>
              </a:ext>
            </a:extLst>
          </p:cNvPr>
          <p:cNvSpPr/>
          <p:nvPr/>
        </p:nvSpPr>
        <p:spPr>
          <a:xfrm>
            <a:off x="119476" y="2510181"/>
            <a:ext cx="1470719" cy="5384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SWITCH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D811CA-D2FB-513B-F576-9F9FA407F43B}"/>
              </a:ext>
            </a:extLst>
          </p:cNvPr>
          <p:cNvSpPr txBox="1"/>
          <p:nvPr/>
        </p:nvSpPr>
        <p:spPr>
          <a:xfrm>
            <a:off x="5034480" y="3174408"/>
            <a:ext cx="42030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13" dirty="0"/>
              <a:t>true</a:t>
            </a:r>
            <a:endParaRPr lang="ko-KR" altLang="en-US" sz="1013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4E919B-8DF2-2475-3500-4B70DC8036C6}"/>
              </a:ext>
            </a:extLst>
          </p:cNvPr>
          <p:cNvSpPr txBox="1"/>
          <p:nvPr/>
        </p:nvSpPr>
        <p:spPr>
          <a:xfrm>
            <a:off x="4923864" y="3646619"/>
            <a:ext cx="64154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 dirty="0"/>
              <a:t>false</a:t>
            </a:r>
            <a:endParaRPr lang="ko-KR" altLang="en-US" sz="1013" dirty="0"/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9ACF1B2E-929F-DB78-3D2D-10FD571AC18C}"/>
              </a:ext>
            </a:extLst>
          </p:cNvPr>
          <p:cNvSpPr/>
          <p:nvPr/>
        </p:nvSpPr>
        <p:spPr>
          <a:xfrm>
            <a:off x="119478" y="200414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int $0x30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6BDED895-35D9-76DF-C840-F3F3402AFA5B}"/>
              </a:ext>
            </a:extLst>
          </p:cNvPr>
          <p:cNvSpPr/>
          <p:nvPr/>
        </p:nvSpPr>
        <p:spPr>
          <a:xfrm>
            <a:off x="119477" y="1337556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check_address</a:t>
            </a:r>
            <a:r>
              <a:rPr lang="en-US" altLang="ko-KR" sz="1013" dirty="0">
                <a:solidFill>
                  <a:schemeClr val="tx1"/>
                </a:solidFill>
              </a:rPr>
              <a:t>(f-&gt;</a:t>
            </a:r>
            <a:r>
              <a:rPr lang="en-US" altLang="ko-KR" sz="1013" dirty="0" err="1">
                <a:solidFill>
                  <a:schemeClr val="tx1"/>
                </a:solidFill>
              </a:rPr>
              <a:t>esp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EC32DA78-1027-D07A-E5F9-F7807B79CBF6}"/>
              </a:ext>
            </a:extLst>
          </p:cNvPr>
          <p:cNvSpPr/>
          <p:nvPr/>
        </p:nvSpPr>
        <p:spPr>
          <a:xfrm>
            <a:off x="119477" y="1906127"/>
            <a:ext cx="1470719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Read number of </a:t>
            </a:r>
            <a:br>
              <a:rPr lang="en-US" altLang="ko-KR" sz="1013" dirty="0">
                <a:solidFill>
                  <a:schemeClr val="tx1"/>
                </a:solidFill>
              </a:rPr>
            </a:br>
            <a:r>
              <a:rPr lang="en-US" altLang="ko-KR" sz="1013" dirty="0">
                <a:solidFill>
                  <a:schemeClr val="tx1"/>
                </a:solidFill>
              </a:rPr>
              <a:t>system call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511CF5C8-5052-9317-BC7D-A06CFC34FC06}"/>
              </a:ext>
            </a:extLst>
          </p:cNvPr>
          <p:cNvSpPr/>
          <p:nvPr/>
        </p:nvSpPr>
        <p:spPr>
          <a:xfrm>
            <a:off x="1831093" y="2332073"/>
            <a:ext cx="81304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STS_HALT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C94FE1F9-CF8A-4740-92C5-CC325DE293A0}"/>
              </a:ext>
            </a:extLst>
          </p:cNvPr>
          <p:cNvSpPr/>
          <p:nvPr/>
        </p:nvSpPr>
        <p:spPr>
          <a:xfrm>
            <a:off x="1831093" y="2835668"/>
            <a:ext cx="81304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STS_EXIT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AAAF48ED-E274-ADDD-DA1A-4D25184E51F5}"/>
              </a:ext>
            </a:extLst>
          </p:cNvPr>
          <p:cNvSpPr/>
          <p:nvPr/>
        </p:nvSpPr>
        <p:spPr>
          <a:xfrm>
            <a:off x="1831093" y="3339263"/>
            <a:ext cx="889248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STS_WRITE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38CC348E-F31D-AB4B-1C44-A156EA056450}"/>
              </a:ext>
            </a:extLst>
          </p:cNvPr>
          <p:cNvSpPr/>
          <p:nvPr/>
        </p:nvSpPr>
        <p:spPr>
          <a:xfrm>
            <a:off x="1831092" y="3842858"/>
            <a:ext cx="81304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STS_EXEC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378429D3-713D-A3E4-BCF3-5DFCB3176A0D}"/>
              </a:ext>
            </a:extLst>
          </p:cNvPr>
          <p:cNvSpPr/>
          <p:nvPr/>
        </p:nvSpPr>
        <p:spPr>
          <a:xfrm>
            <a:off x="1831091" y="4346453"/>
            <a:ext cx="81304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STS_WAIT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E5B6239B-9A3E-88AB-D56B-B999CF8B931C}"/>
              </a:ext>
            </a:extLst>
          </p:cNvPr>
          <p:cNvSpPr/>
          <p:nvPr/>
        </p:nvSpPr>
        <p:spPr>
          <a:xfrm>
            <a:off x="1831090" y="4850048"/>
            <a:ext cx="1163570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STS_FIBONACCI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00E3DB1B-5BAE-BF58-7F67-1C4A3DCE0697}"/>
              </a:ext>
            </a:extLst>
          </p:cNvPr>
          <p:cNvSpPr/>
          <p:nvPr/>
        </p:nvSpPr>
        <p:spPr>
          <a:xfrm>
            <a:off x="1831089" y="5353643"/>
            <a:ext cx="1072131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STS_MAX_OF_FOUR_INT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0854FA09-BD9C-252D-CA5F-CC4300CBEB8A}"/>
              </a:ext>
            </a:extLst>
          </p:cNvPr>
          <p:cNvSpPr/>
          <p:nvPr/>
        </p:nvSpPr>
        <p:spPr>
          <a:xfrm>
            <a:off x="2873138" y="2835668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BB42A21A-031B-F521-050A-E9BDDB8A2342}"/>
              </a:ext>
            </a:extLst>
          </p:cNvPr>
          <p:cNvSpPr/>
          <p:nvPr/>
        </p:nvSpPr>
        <p:spPr>
          <a:xfrm>
            <a:off x="4328559" y="2835668"/>
            <a:ext cx="494902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exit()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85120C53-574A-B635-60CE-3D130E028D4C}"/>
              </a:ext>
            </a:extLst>
          </p:cNvPr>
          <p:cNvSpPr/>
          <p:nvPr/>
        </p:nvSpPr>
        <p:spPr>
          <a:xfrm>
            <a:off x="2873137" y="3339263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28" name="순서도: 판단 27">
            <a:extLst>
              <a:ext uri="{FF2B5EF4-FFF2-40B4-BE49-F238E27FC236}">
                <a16:creationId xmlns:a16="http://schemas.microsoft.com/office/drawing/2014/main" id="{2B9DE073-6C42-385F-3635-54582AC80A43}"/>
              </a:ext>
            </a:extLst>
          </p:cNvPr>
          <p:cNvSpPr/>
          <p:nvPr/>
        </p:nvSpPr>
        <p:spPr>
          <a:xfrm>
            <a:off x="4328558" y="3339263"/>
            <a:ext cx="1157187" cy="42594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fd</a:t>
            </a:r>
            <a:r>
              <a:rPr lang="en-US" altLang="ko-KR" sz="1013" dirty="0">
                <a:solidFill>
                  <a:schemeClr val="tx1"/>
                </a:solidFill>
              </a:rPr>
              <a:t> == 1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0" name="순서도: 대체 처리 29">
            <a:extLst>
              <a:ext uri="{FF2B5EF4-FFF2-40B4-BE49-F238E27FC236}">
                <a16:creationId xmlns:a16="http://schemas.microsoft.com/office/drawing/2014/main" id="{745943D1-FFB5-E714-D7BC-C85EA89CA5A5}"/>
              </a:ext>
            </a:extLst>
          </p:cNvPr>
          <p:cNvSpPr/>
          <p:nvPr/>
        </p:nvSpPr>
        <p:spPr>
          <a:xfrm>
            <a:off x="5530989" y="3052493"/>
            <a:ext cx="123622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putbuf</a:t>
            </a:r>
            <a:r>
              <a:rPr lang="en-US" altLang="ko-KR" sz="1013" dirty="0">
                <a:solidFill>
                  <a:schemeClr val="tx1"/>
                </a:solidFill>
              </a:rPr>
              <a:t>(</a:t>
            </a:r>
            <a:r>
              <a:rPr lang="en-US" altLang="ko-KR" sz="1013" dirty="0" err="1">
                <a:solidFill>
                  <a:schemeClr val="tx1"/>
                </a:solidFill>
              </a:rPr>
              <a:t>buffer,size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f-&gt;</a:t>
            </a:r>
            <a:r>
              <a:rPr lang="en-US" altLang="ko-KR" sz="1013" dirty="0" err="1">
                <a:solidFill>
                  <a:schemeClr val="tx1"/>
                </a:solidFill>
              </a:rPr>
              <a:t>eax</a:t>
            </a:r>
            <a:r>
              <a:rPr lang="en-US" altLang="ko-KR" sz="1013" dirty="0">
                <a:solidFill>
                  <a:schemeClr val="tx1"/>
                </a:solidFill>
              </a:rPr>
              <a:t> = size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2" name="순서도: 대체 처리 31">
            <a:extLst>
              <a:ext uri="{FF2B5EF4-FFF2-40B4-BE49-F238E27FC236}">
                <a16:creationId xmlns:a16="http://schemas.microsoft.com/office/drawing/2014/main" id="{D9DF60E6-1D3D-1BAF-9603-EA300C012159}"/>
              </a:ext>
            </a:extLst>
          </p:cNvPr>
          <p:cNvSpPr/>
          <p:nvPr/>
        </p:nvSpPr>
        <p:spPr>
          <a:xfrm>
            <a:off x="5530988" y="3629885"/>
            <a:ext cx="1236227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f-&gt;</a:t>
            </a:r>
            <a:r>
              <a:rPr lang="en-US" altLang="ko-KR" sz="1013" dirty="0" err="1">
                <a:solidFill>
                  <a:schemeClr val="tx1"/>
                </a:solidFill>
              </a:rPr>
              <a:t>eax</a:t>
            </a:r>
            <a:r>
              <a:rPr lang="en-US" altLang="ko-KR" sz="1013" dirty="0">
                <a:solidFill>
                  <a:schemeClr val="tx1"/>
                </a:solidFill>
              </a:rPr>
              <a:t> = -1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3" name="순서도: 대체 처리 32">
            <a:extLst>
              <a:ext uri="{FF2B5EF4-FFF2-40B4-BE49-F238E27FC236}">
                <a16:creationId xmlns:a16="http://schemas.microsoft.com/office/drawing/2014/main" id="{935281C7-B792-E42C-BE47-604565ACEF25}"/>
              </a:ext>
            </a:extLst>
          </p:cNvPr>
          <p:cNvSpPr/>
          <p:nvPr/>
        </p:nvSpPr>
        <p:spPr>
          <a:xfrm>
            <a:off x="2873136" y="3842858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4" name="순서도: 대체 처리 33">
            <a:extLst>
              <a:ext uri="{FF2B5EF4-FFF2-40B4-BE49-F238E27FC236}">
                <a16:creationId xmlns:a16="http://schemas.microsoft.com/office/drawing/2014/main" id="{D2D0B819-151F-FB6C-8ED8-006A6FCFB6F0}"/>
              </a:ext>
            </a:extLst>
          </p:cNvPr>
          <p:cNvSpPr/>
          <p:nvPr/>
        </p:nvSpPr>
        <p:spPr>
          <a:xfrm>
            <a:off x="4328558" y="3842858"/>
            <a:ext cx="1066402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exec(</a:t>
            </a:r>
            <a:r>
              <a:rPr lang="en-US" altLang="ko-KR" sz="1013" dirty="0" err="1">
                <a:solidFill>
                  <a:schemeClr val="tx1"/>
                </a:solidFill>
              </a:rPr>
              <a:t>cmd_line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6" name="순서도: 대체 처리 35">
            <a:extLst>
              <a:ext uri="{FF2B5EF4-FFF2-40B4-BE49-F238E27FC236}">
                <a16:creationId xmlns:a16="http://schemas.microsoft.com/office/drawing/2014/main" id="{2CF180C8-DD7D-F491-4FC2-8C897B7A5E06}"/>
              </a:ext>
            </a:extLst>
          </p:cNvPr>
          <p:cNvSpPr/>
          <p:nvPr/>
        </p:nvSpPr>
        <p:spPr>
          <a:xfrm>
            <a:off x="2873136" y="4350305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8" name="순서도: 대체 처리 37">
            <a:extLst>
              <a:ext uri="{FF2B5EF4-FFF2-40B4-BE49-F238E27FC236}">
                <a16:creationId xmlns:a16="http://schemas.microsoft.com/office/drawing/2014/main" id="{851E5CE0-10BD-C738-EDD0-6E77B3CCB1A6}"/>
              </a:ext>
            </a:extLst>
          </p:cNvPr>
          <p:cNvSpPr/>
          <p:nvPr/>
        </p:nvSpPr>
        <p:spPr>
          <a:xfrm>
            <a:off x="4328558" y="4350305"/>
            <a:ext cx="1066402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wait(</a:t>
            </a:r>
            <a:r>
              <a:rPr lang="en-US" altLang="ko-KR" sz="1013" dirty="0" err="1">
                <a:solidFill>
                  <a:schemeClr val="tx1"/>
                </a:solidFill>
              </a:rPr>
              <a:t>pid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39" name="순서도: 대체 처리 38">
            <a:extLst>
              <a:ext uri="{FF2B5EF4-FFF2-40B4-BE49-F238E27FC236}">
                <a16:creationId xmlns:a16="http://schemas.microsoft.com/office/drawing/2014/main" id="{6C3E4BA3-5936-42C3-9A78-AB2BAD397E99}"/>
              </a:ext>
            </a:extLst>
          </p:cNvPr>
          <p:cNvSpPr/>
          <p:nvPr/>
        </p:nvSpPr>
        <p:spPr>
          <a:xfrm>
            <a:off x="3112526" y="4846196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41" name="순서도: 대체 처리 40">
            <a:extLst>
              <a:ext uri="{FF2B5EF4-FFF2-40B4-BE49-F238E27FC236}">
                <a16:creationId xmlns:a16="http://schemas.microsoft.com/office/drawing/2014/main" id="{E0DD79C1-7273-DE8E-37FA-A3CCA3C14F50}"/>
              </a:ext>
            </a:extLst>
          </p:cNvPr>
          <p:cNvSpPr/>
          <p:nvPr/>
        </p:nvSpPr>
        <p:spPr>
          <a:xfrm>
            <a:off x="4549785" y="4846196"/>
            <a:ext cx="1066402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fibonacci</a:t>
            </a:r>
            <a:r>
              <a:rPr lang="en-US" altLang="ko-KR" sz="1013" dirty="0">
                <a:solidFill>
                  <a:schemeClr val="tx1"/>
                </a:solidFill>
              </a:rPr>
              <a:t>(n)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44" name="순서도: 대체 처리 43">
            <a:extLst>
              <a:ext uri="{FF2B5EF4-FFF2-40B4-BE49-F238E27FC236}">
                <a16:creationId xmlns:a16="http://schemas.microsoft.com/office/drawing/2014/main" id="{913647E9-CB77-BD00-BF23-422EC72B8211}"/>
              </a:ext>
            </a:extLst>
          </p:cNvPr>
          <p:cNvSpPr/>
          <p:nvPr/>
        </p:nvSpPr>
        <p:spPr>
          <a:xfrm>
            <a:off x="3112526" y="5353643"/>
            <a:ext cx="1319393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Check argument address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49" name="순서도: 대체 처리 48">
            <a:extLst>
              <a:ext uri="{FF2B5EF4-FFF2-40B4-BE49-F238E27FC236}">
                <a16:creationId xmlns:a16="http://schemas.microsoft.com/office/drawing/2014/main" id="{6D641401-86A2-7D55-F7E9-6A88D33605E3}"/>
              </a:ext>
            </a:extLst>
          </p:cNvPr>
          <p:cNvSpPr/>
          <p:nvPr/>
        </p:nvSpPr>
        <p:spPr>
          <a:xfrm>
            <a:off x="4549784" y="5342087"/>
            <a:ext cx="1134735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 err="1">
                <a:solidFill>
                  <a:schemeClr val="tx1"/>
                </a:solidFill>
              </a:rPr>
              <a:t>Max_of_four_int</a:t>
            </a:r>
            <a:r>
              <a:rPr lang="en-US" altLang="ko-KR" sz="1013" dirty="0">
                <a:solidFill>
                  <a:schemeClr val="tx1"/>
                </a:solidFill>
              </a:rPr>
              <a:t>(</a:t>
            </a:r>
            <a:r>
              <a:rPr lang="en-US" altLang="ko-KR" sz="1013" dirty="0" err="1">
                <a:solidFill>
                  <a:schemeClr val="tx1"/>
                </a:solidFill>
              </a:rPr>
              <a:t>a,b,c,d</a:t>
            </a:r>
            <a:r>
              <a:rPr lang="en-US" altLang="ko-KR" sz="1013" dirty="0">
                <a:solidFill>
                  <a:schemeClr val="tx1"/>
                </a:solidFill>
              </a:rPr>
              <a:t>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sp>
        <p:nvSpPr>
          <p:cNvPr id="50" name="순서도: 대체 처리 49">
            <a:extLst>
              <a:ext uri="{FF2B5EF4-FFF2-40B4-BE49-F238E27FC236}">
                <a16:creationId xmlns:a16="http://schemas.microsoft.com/office/drawing/2014/main" id="{8448C544-DFDB-19DA-2A6C-111A7799E6E9}"/>
              </a:ext>
            </a:extLst>
          </p:cNvPr>
          <p:cNvSpPr/>
          <p:nvPr/>
        </p:nvSpPr>
        <p:spPr>
          <a:xfrm>
            <a:off x="2873136" y="2335925"/>
            <a:ext cx="494902" cy="425946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13" dirty="0">
                <a:solidFill>
                  <a:schemeClr val="tx1"/>
                </a:solidFill>
              </a:rPr>
              <a:t>halt()</a:t>
            </a:r>
            <a:endParaRPr lang="ko-KR" altLang="en-US" sz="1013" dirty="0">
              <a:solidFill>
                <a:schemeClr val="tx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372CAF17-6187-3EE2-F4CB-AA8A4E0B6B4D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854838" y="626360"/>
            <a:ext cx="0" cy="142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493C22A-561C-6F57-08CE-DCFDF157585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854837" y="1194931"/>
            <a:ext cx="1" cy="142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C0D84C8-8EFA-C052-E0E6-0C7888432DF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854837" y="1763502"/>
            <a:ext cx="0" cy="142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68F67A7-0DCD-2D0B-0524-1DB5718E17CC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854836" y="2332073"/>
            <a:ext cx="1" cy="178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FB569C4-9C63-5ADA-02A6-429FFD2E6490}"/>
              </a:ext>
            </a:extLst>
          </p:cNvPr>
          <p:cNvCxnSpPr>
            <a:stCxn id="7" idx="3"/>
            <a:endCxn id="50" idx="1"/>
          </p:cNvCxnSpPr>
          <p:nvPr/>
        </p:nvCxnSpPr>
        <p:spPr>
          <a:xfrm>
            <a:off x="2644140" y="2545046"/>
            <a:ext cx="228996" cy="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E92D1DE-E78E-77CD-7B17-343F17CDAB86}"/>
              </a:ext>
            </a:extLst>
          </p:cNvPr>
          <p:cNvCxnSpPr>
            <a:stCxn id="9" idx="3"/>
            <a:endCxn id="22" idx="1"/>
          </p:cNvCxnSpPr>
          <p:nvPr/>
        </p:nvCxnSpPr>
        <p:spPr>
          <a:xfrm>
            <a:off x="2644140" y="3048641"/>
            <a:ext cx="228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D250D80-7B92-58A4-2724-DD84EE39A025}"/>
              </a:ext>
            </a:extLst>
          </p:cNvPr>
          <p:cNvCxnSpPr>
            <a:stCxn id="22" idx="3"/>
            <a:endCxn id="25" idx="1"/>
          </p:cNvCxnSpPr>
          <p:nvPr/>
        </p:nvCxnSpPr>
        <p:spPr>
          <a:xfrm>
            <a:off x="4192531" y="3048641"/>
            <a:ext cx="136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5227C06-5B81-2B35-17E4-9A76914F585D}"/>
              </a:ext>
            </a:extLst>
          </p:cNvPr>
          <p:cNvCxnSpPr>
            <a:stCxn id="10" idx="3"/>
            <a:endCxn id="26" idx="1"/>
          </p:cNvCxnSpPr>
          <p:nvPr/>
        </p:nvCxnSpPr>
        <p:spPr>
          <a:xfrm>
            <a:off x="2720341" y="3552236"/>
            <a:ext cx="1527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A20FAA7-8558-5F5D-2977-F8ED2597D030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4192530" y="3552236"/>
            <a:ext cx="1360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0E601F4-CC36-2156-2AF9-8AF4266EB740}"/>
              </a:ext>
            </a:extLst>
          </p:cNvPr>
          <p:cNvCxnSpPr>
            <a:stCxn id="16" idx="3"/>
            <a:endCxn id="33" idx="1"/>
          </p:cNvCxnSpPr>
          <p:nvPr/>
        </p:nvCxnSpPr>
        <p:spPr>
          <a:xfrm>
            <a:off x="2644139" y="4055831"/>
            <a:ext cx="2289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7C72A0D-72E0-F146-0EBA-E31E84721EFC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4192529" y="4055831"/>
            <a:ext cx="136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34A6AC8-30FD-9A5E-4CEF-93A873A5C9C1}"/>
              </a:ext>
            </a:extLst>
          </p:cNvPr>
          <p:cNvCxnSpPr>
            <a:stCxn id="18" idx="3"/>
            <a:endCxn id="36" idx="1"/>
          </p:cNvCxnSpPr>
          <p:nvPr/>
        </p:nvCxnSpPr>
        <p:spPr>
          <a:xfrm>
            <a:off x="2644138" y="4559426"/>
            <a:ext cx="228998" cy="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50571F4-A55E-BA4B-FF0C-2BA4BB3E509E}"/>
              </a:ext>
            </a:extLst>
          </p:cNvPr>
          <p:cNvCxnSpPr>
            <a:stCxn id="36" idx="3"/>
            <a:endCxn id="38" idx="1"/>
          </p:cNvCxnSpPr>
          <p:nvPr/>
        </p:nvCxnSpPr>
        <p:spPr>
          <a:xfrm>
            <a:off x="4192529" y="4563278"/>
            <a:ext cx="136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99B12A9-E30E-AF6B-5136-B22BEDF1DCA2}"/>
              </a:ext>
            </a:extLst>
          </p:cNvPr>
          <p:cNvCxnSpPr>
            <a:stCxn id="20" idx="3"/>
            <a:endCxn id="39" idx="1"/>
          </p:cNvCxnSpPr>
          <p:nvPr/>
        </p:nvCxnSpPr>
        <p:spPr>
          <a:xfrm flipV="1">
            <a:off x="2994660" y="5059169"/>
            <a:ext cx="117866" cy="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3475922-870A-335B-118E-442A73BDF48A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4431919" y="5059169"/>
            <a:ext cx="117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D97C2BB1-0486-3BC4-8C90-E923BCCFB293}"/>
              </a:ext>
            </a:extLst>
          </p:cNvPr>
          <p:cNvCxnSpPr>
            <a:stCxn id="21" idx="3"/>
            <a:endCxn id="44" idx="1"/>
          </p:cNvCxnSpPr>
          <p:nvPr/>
        </p:nvCxnSpPr>
        <p:spPr>
          <a:xfrm>
            <a:off x="2903220" y="5566616"/>
            <a:ext cx="209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C6492D5C-AFF1-61EC-5ECD-2F0077AD5C07}"/>
              </a:ext>
            </a:extLst>
          </p:cNvPr>
          <p:cNvCxnSpPr>
            <a:stCxn id="44" idx="3"/>
            <a:endCxn id="49" idx="1"/>
          </p:cNvCxnSpPr>
          <p:nvPr/>
        </p:nvCxnSpPr>
        <p:spPr>
          <a:xfrm flipV="1">
            <a:off x="4431919" y="5555060"/>
            <a:ext cx="117865" cy="1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2BC51D75-122F-6524-2CCF-8292D8620528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5173980" y="3265466"/>
            <a:ext cx="357009" cy="190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A97EF707-953C-AD47-4B53-CBC5995CB900}"/>
              </a:ext>
            </a:extLst>
          </p:cNvPr>
          <p:cNvCxnSpPr>
            <a:stCxn id="46" idx="0"/>
            <a:endCxn id="32" idx="1"/>
          </p:cNvCxnSpPr>
          <p:nvPr/>
        </p:nvCxnSpPr>
        <p:spPr>
          <a:xfrm>
            <a:off x="5244634" y="3646619"/>
            <a:ext cx="286354" cy="196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27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1846</TotalTime>
  <Words>184</Words>
  <Application>Microsoft Office PowerPoint</Application>
  <PresentationFormat>와이드스크린</PresentationFormat>
  <Paragraphs>52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이동협</dc:creator>
  <cp:lastModifiedBy>이동협</cp:lastModifiedBy>
  <cp:revision>7</cp:revision>
  <dcterms:created xsi:type="dcterms:W3CDTF">2025-10-07T04:28:57Z</dcterms:created>
  <dcterms:modified xsi:type="dcterms:W3CDTF">2025-10-08T11:15:18Z</dcterms:modified>
</cp:coreProperties>
</file>