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3" autoAdjust="0"/>
    <p:restoredTop sz="94660"/>
  </p:normalViewPr>
  <p:slideViewPr>
    <p:cSldViewPr snapToGrid="0">
      <p:cViewPr>
        <p:scale>
          <a:sx n="66" d="100"/>
          <a:sy n="66" d="100"/>
        </p:scale>
        <p:origin x="252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E83F1-57AF-8F12-D1F0-CD0329A16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9E39FD-BD99-9BDD-367B-7BB392C6C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5D916-2B62-8976-8BBE-E86B0884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73D6FE-1DFA-EFD6-51C9-52276CA4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A60A78-C804-ED6B-CB36-DE746D1D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361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914B9-5467-D454-F655-4ACA7D83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DEC8F-2498-AC0B-4217-BC8DA326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1EE6D3-BF54-0479-3AE7-4EAE0032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68C05E-5685-64B1-F4E8-2D1771EE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C3FA0-A810-46AC-20A7-37F50516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69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28129-DBB1-A4E5-BA1B-03300E320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4BAD0A-A292-5754-A90C-1E161871A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8F696-9B1A-723E-654C-88B10ABC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F0A810-9CCF-F880-23EE-30CD90B6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FE1FB-DC64-72A4-5E90-5118FCCF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67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23B4C-8F37-6EA0-A2A3-A578F6F6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EFD44-63DB-C7F6-B4E6-8E5C5A1E5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365FB1-B9FA-4672-57F7-CA116B0E3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39B557-F638-2955-1E43-AEF8079C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2A084-D8E7-521E-49F2-4A53719E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8818C3-8663-5878-D4E6-DACBD4A7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71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3901D3-AB76-D35F-7F6B-7B39AF98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6A6F86-0F7B-D4E4-2174-1F1BADE4C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6EC9E-FA18-2430-CD64-2531BFF7F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270AD1-7781-192D-3667-14AB7EF6A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2A98CC-9B95-0B30-498B-4B2DA60F6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57F74B-F452-CEA1-72BC-F7029994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322828-53AD-2255-4178-4E2B0502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28D3E5-3FA7-B369-5F61-E8ADEFCC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21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394FE-2A3A-5578-954C-0931820A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8D1540-BBB2-314D-8532-C6E8162A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B17930-CDC4-9FA5-5F3B-7A09EE07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983077-8720-BE79-3205-46192FE8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73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CC20CB-38E2-82D0-3C2A-77BD3E87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DFCF56-EF27-5548-F8EA-BA6758DE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029C7-1F49-FD6A-B46D-BF4CA9052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66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E4282-E0E0-EE2E-4F7A-AC64A6B9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E9BE6E-E0B4-DD86-6EEA-FD4D852E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295AE-E00D-1060-DEAE-E1B75CCFB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C2D4EF-2FB4-D504-5ED5-508665C2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855F84-326F-C96A-AFC9-D01A3017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B8C3BB-D121-B8DF-EC55-1FE7C409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14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028FF-FC99-07B3-CEAD-3140AB2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EF94C4-5B7F-2E7E-EFF3-3CC3F2F32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4F00CD-F753-1655-D893-0CEB077D8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2EE2F7-D827-6CB7-BCF9-B088488D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B6DF0A-45AA-71ED-8FBD-552A8DD5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F073F5-91D3-55B8-3ED0-09EA4F29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95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0BB57-A39D-5CB7-A636-CA6A8E40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BE9A1C-B3D1-A271-BA56-F85A315F8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374A06-32B4-4C23-912F-3F456899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39FD81-FDF0-9237-CE5A-56D0AA74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1DB140-2C63-52C8-47FE-529AC1F0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5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3C8201-8E3E-7899-FE6B-2EDBBBFDC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E68DAE-446B-CF01-E236-0DCA8504B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63E34E-2E08-12FB-1341-0E19C040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CE33B4-729C-E64B-67A6-8A5F52AF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2E74A6-A80B-BA44-2DF1-BBCCDAEF8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49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C7465A-AB71-8B0A-DACB-5DE31D31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A83FF-63ED-AE41-6D13-D380AA1B2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3401E-D950-1497-A814-1059F33A28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3A9A4-6876-439B-B26C-64969B66E46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F2F195-F4EE-6F2C-44BC-3799B5D79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AC388-28FE-C070-6D41-BADDAC941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F4EF0-637F-42FE-AFD7-B309D4DC3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7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EBC7B4-0801-D66E-02EB-CD5A5087DE43}"/>
              </a:ext>
            </a:extLst>
          </p:cNvPr>
          <p:cNvSpPr/>
          <p:nvPr/>
        </p:nvSpPr>
        <p:spPr>
          <a:xfrm>
            <a:off x="174171" y="-1045029"/>
            <a:ext cx="6705600" cy="92165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0FB3828D-43B2-74FD-67F1-3C3B51127080}"/>
              </a:ext>
            </a:extLst>
          </p:cNvPr>
          <p:cNvSpPr/>
          <p:nvPr/>
        </p:nvSpPr>
        <p:spPr>
          <a:xfrm>
            <a:off x="829161" y="109776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mm_malloc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A1B72855-3929-5AEE-ACEE-106BD674B94F}"/>
              </a:ext>
            </a:extLst>
          </p:cNvPr>
          <p:cNvSpPr/>
          <p:nvPr/>
        </p:nvSpPr>
        <p:spPr>
          <a:xfrm>
            <a:off x="829161" y="999637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mm_init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FD390CE1-EFB9-019D-2984-8526203F2A69}"/>
              </a:ext>
            </a:extLst>
          </p:cNvPr>
          <p:cNvSpPr/>
          <p:nvPr/>
        </p:nvSpPr>
        <p:spPr>
          <a:xfrm>
            <a:off x="829161" y="3227523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find_fit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대체 처리 6">
            <a:extLst>
              <a:ext uri="{FF2B5EF4-FFF2-40B4-BE49-F238E27FC236}">
                <a16:creationId xmlns:a16="http://schemas.microsoft.com/office/drawing/2014/main" id="{D8733F37-8D2B-BE01-E7A5-3B3D58768A1E}"/>
              </a:ext>
            </a:extLst>
          </p:cNvPr>
          <p:cNvSpPr/>
          <p:nvPr/>
        </p:nvSpPr>
        <p:spPr>
          <a:xfrm>
            <a:off x="829160" y="4119963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place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대체 처리 7">
            <a:extLst>
              <a:ext uri="{FF2B5EF4-FFF2-40B4-BE49-F238E27FC236}">
                <a16:creationId xmlns:a16="http://schemas.microsoft.com/office/drawing/2014/main" id="{7F76BE9C-CB81-6917-EC7E-31C02AE590BF}"/>
              </a:ext>
            </a:extLst>
          </p:cNvPr>
          <p:cNvSpPr/>
          <p:nvPr/>
        </p:nvSpPr>
        <p:spPr>
          <a:xfrm>
            <a:off x="4481594" y="4119963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coalesce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0BB6CE43-B277-A73E-BFEB-26766D9B36CF}"/>
              </a:ext>
            </a:extLst>
          </p:cNvPr>
          <p:cNvSpPr/>
          <p:nvPr/>
        </p:nvSpPr>
        <p:spPr>
          <a:xfrm>
            <a:off x="4375689" y="3196525"/>
            <a:ext cx="183913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add_to_free_list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26C4EB55-E085-FB57-3B76-AB9FC64E94F9}"/>
              </a:ext>
            </a:extLst>
          </p:cNvPr>
          <p:cNvSpPr/>
          <p:nvPr/>
        </p:nvSpPr>
        <p:spPr>
          <a:xfrm>
            <a:off x="4481594" y="994382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mm_init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7B6645CF-8C44-2606-4FEA-C7212988C9FD}"/>
              </a:ext>
            </a:extLst>
          </p:cNvPr>
          <p:cNvSpPr/>
          <p:nvPr/>
        </p:nvSpPr>
        <p:spPr>
          <a:xfrm>
            <a:off x="4481594" y="109776"/>
            <a:ext cx="162732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mm_free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A03CC39-7F85-05BC-D430-D5A7DC56D65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642821" y="745207"/>
            <a:ext cx="1" cy="249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5FE8488-3F96-6EAA-DC86-0E0919357A5B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1642821" y="3862954"/>
            <a:ext cx="1" cy="257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F4C022A-8301-BFED-FFE8-09A9C9C18F3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642821" y="4755394"/>
            <a:ext cx="1" cy="184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B2CC6A8-55C4-0FBE-008F-009492B48A0A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 flipH="1">
            <a:off x="5295254" y="745207"/>
            <a:ext cx="1" cy="249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553724-4349-E470-63E7-9BE1EA26D563}"/>
              </a:ext>
            </a:extLst>
          </p:cNvPr>
          <p:cNvCxnSpPr>
            <a:stCxn id="10" idx="2"/>
            <a:endCxn id="9" idx="0"/>
          </p:cNvCxnSpPr>
          <p:nvPr/>
        </p:nvCxnSpPr>
        <p:spPr>
          <a:xfrm>
            <a:off x="5295255" y="1629813"/>
            <a:ext cx="0" cy="1566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A719DD7-908E-3D10-B584-9B12282FA22C}"/>
              </a:ext>
            </a:extLst>
          </p:cNvPr>
          <p:cNvCxnSpPr>
            <a:stCxn id="9" idx="2"/>
            <a:endCxn id="8" idx="0"/>
          </p:cNvCxnSpPr>
          <p:nvPr/>
        </p:nvCxnSpPr>
        <p:spPr>
          <a:xfrm flipH="1">
            <a:off x="5295254" y="3831956"/>
            <a:ext cx="1" cy="288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201700E-FEE1-1005-73E0-713E35269AEA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295255" y="4755394"/>
            <a:ext cx="0" cy="184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순서도: 대체 처리 36">
            <a:extLst>
              <a:ext uri="{FF2B5EF4-FFF2-40B4-BE49-F238E27FC236}">
                <a16:creationId xmlns:a16="http://schemas.microsoft.com/office/drawing/2014/main" id="{29489F73-9A2C-8C01-1E51-89D98E8928A2}"/>
              </a:ext>
            </a:extLst>
          </p:cNvPr>
          <p:cNvSpPr/>
          <p:nvPr/>
        </p:nvSpPr>
        <p:spPr>
          <a:xfrm>
            <a:off x="732728" y="5901833"/>
            <a:ext cx="183913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add_to_free_list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8" name="순서도: 대체 처리 37">
            <a:extLst>
              <a:ext uri="{FF2B5EF4-FFF2-40B4-BE49-F238E27FC236}">
                <a16:creationId xmlns:a16="http://schemas.microsoft.com/office/drawing/2014/main" id="{75AC1E5D-9115-03B2-712C-9F98568E5605}"/>
              </a:ext>
            </a:extLst>
          </p:cNvPr>
          <p:cNvSpPr/>
          <p:nvPr/>
        </p:nvSpPr>
        <p:spPr>
          <a:xfrm>
            <a:off x="723255" y="4942826"/>
            <a:ext cx="183913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remove_from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_</a:t>
            </a:r>
          </a:p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free_list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대체 처리 38">
            <a:extLst>
              <a:ext uri="{FF2B5EF4-FFF2-40B4-BE49-F238E27FC236}">
                <a16:creationId xmlns:a16="http://schemas.microsoft.com/office/drawing/2014/main" id="{54C1D06D-8D97-71DF-7176-BE4F7B158F95}"/>
              </a:ext>
            </a:extLst>
          </p:cNvPr>
          <p:cNvSpPr/>
          <p:nvPr/>
        </p:nvSpPr>
        <p:spPr>
          <a:xfrm>
            <a:off x="4375689" y="4940086"/>
            <a:ext cx="183913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remove_from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_</a:t>
            </a:r>
          </a:p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free_list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순서도: 대체 처리 39">
            <a:extLst>
              <a:ext uri="{FF2B5EF4-FFF2-40B4-BE49-F238E27FC236}">
                <a16:creationId xmlns:a16="http://schemas.microsoft.com/office/drawing/2014/main" id="{B49611D0-F311-CF2B-8F7F-8B410099EB0F}"/>
              </a:ext>
            </a:extLst>
          </p:cNvPr>
          <p:cNvSpPr/>
          <p:nvPr/>
        </p:nvSpPr>
        <p:spPr>
          <a:xfrm>
            <a:off x="732728" y="2031824"/>
            <a:ext cx="183913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remove_from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_</a:t>
            </a:r>
          </a:p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free_list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대체 처리 40">
            <a:extLst>
              <a:ext uri="{FF2B5EF4-FFF2-40B4-BE49-F238E27FC236}">
                <a16:creationId xmlns:a16="http://schemas.microsoft.com/office/drawing/2014/main" id="{CE7F52AD-CA51-B43F-E6B3-301182525F9E}"/>
              </a:ext>
            </a:extLst>
          </p:cNvPr>
          <p:cNvSpPr/>
          <p:nvPr/>
        </p:nvSpPr>
        <p:spPr>
          <a:xfrm>
            <a:off x="4375689" y="5871367"/>
            <a:ext cx="1839132" cy="635431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add_to_free_list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1C1DF8D-BC6A-15DD-0E76-F7699D428F29}"/>
              </a:ext>
            </a:extLst>
          </p:cNvPr>
          <p:cNvCxnSpPr>
            <a:endCxn id="40" idx="0"/>
          </p:cNvCxnSpPr>
          <p:nvPr/>
        </p:nvCxnSpPr>
        <p:spPr>
          <a:xfrm>
            <a:off x="1642821" y="1629813"/>
            <a:ext cx="9473" cy="40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49A6298-CBA9-95EC-1B96-5D06610D23B6}"/>
              </a:ext>
            </a:extLst>
          </p:cNvPr>
          <p:cNvCxnSpPr>
            <a:stCxn id="40" idx="2"/>
            <a:endCxn id="6" idx="0"/>
          </p:cNvCxnSpPr>
          <p:nvPr/>
        </p:nvCxnSpPr>
        <p:spPr>
          <a:xfrm flipH="1">
            <a:off x="1642822" y="2667255"/>
            <a:ext cx="9472" cy="560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002D276-8D96-BCDE-86BA-18460ACDE5A7}"/>
              </a:ext>
            </a:extLst>
          </p:cNvPr>
          <p:cNvCxnSpPr>
            <a:endCxn id="37" idx="0"/>
          </p:cNvCxnSpPr>
          <p:nvPr/>
        </p:nvCxnSpPr>
        <p:spPr>
          <a:xfrm>
            <a:off x="1642821" y="5575517"/>
            <a:ext cx="9473" cy="326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3450EFC-E4A5-0E44-3AB0-46837D99131F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>
            <a:off x="5295255" y="5575517"/>
            <a:ext cx="0" cy="295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941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</Words>
  <Application>Microsoft Office PowerPoint</Application>
  <PresentationFormat>와이드스크린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이동협</dc:creator>
  <cp:lastModifiedBy>이동협</cp:lastModifiedBy>
  <cp:revision>1</cp:revision>
  <dcterms:created xsi:type="dcterms:W3CDTF">2025-06-20T12:57:32Z</dcterms:created>
  <dcterms:modified xsi:type="dcterms:W3CDTF">2025-06-20T13:04:53Z</dcterms:modified>
</cp:coreProperties>
</file>