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FE2E5-F0C6-A021-DDDE-BCB7945F0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055828-44C6-36FA-BF85-25F054FE9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AD688-94E4-38DE-9D58-7E9D142E2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C12D89-060A-2E62-24D2-291AAF0B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49299C-0CFB-2C94-28F6-BFC989DC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58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9B2C3-7187-33AB-9DBB-9C896D407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DD102F-2D3F-EDB2-3F04-D37DA7B73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16BCFA-EB2B-2815-5427-74B7B32B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1B5EB-6D7D-0CDD-6FD4-C7820140A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2C845-E2EB-5631-3E58-A43F8578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10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E0058-DF9F-6BEA-46DD-A4F24C3E3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94F75C-7E3C-C4E6-AC0E-6237B1A7A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DA9B9-C9C0-E38A-FB0E-17B615E8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49FAB8-1A8E-C483-9FC4-D5411E52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43C6A3-3A60-6270-F690-4279548F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39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9BBB0-D4D3-C398-641E-CD849FF5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00E69-AB8B-E9B5-1E9C-E6E048686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77F3B1-FD53-488F-BC28-065AC7E96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8A0A61-6164-FA7D-BDD4-3F3085BA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C272AA-D640-BF30-C2CA-8D3BAE17A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78036E-28BB-AF1D-EDAF-BF4E5776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91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0BBC5-BFC5-BA3F-B3CE-76C49EB5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EF19E9-FEA9-042B-B389-1ECBBEF85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FFFEE-633A-402A-A3EA-7713DC16B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C3F9DD-26B3-5EB1-7110-095B75CF4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F38D22-6255-CAE0-0F0E-F69777A2E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C6D6C8-1AB8-99FF-9767-1B46125E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88F4E7-4B79-D2BC-EC80-2588A4A7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0F04BA-3A80-79C1-6AE8-1CD76C08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35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0C567-EF15-E8B8-509B-E320F5E5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1FEE29-76C2-69E6-A591-F440010B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238896-46D4-904E-F6FF-9C6A0E1AC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E38CD7-BD44-1BCE-8E9D-808CEE14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18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7DEC9E-A2BD-ECE8-A043-13080C83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D1E8981-B5B2-B527-1A5B-97FC3E95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7C44DE-F1C7-25A9-BF7C-FF638D19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28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5426D-536F-0B26-024E-B40196D12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9CF56-ED03-4497-54C6-96359AB07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D9A27E-1980-06F1-01A8-7A4AED1C6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879B0B-8012-B867-BA06-F704F7CB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A9BF93-6A88-C6A2-A49B-97B574135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8D850F-326E-8692-1465-4DE29457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0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ED2EE-F5D4-AD99-A957-833DC87D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977B58-DE4B-EB35-21E7-6A36A448A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13F7AF-814C-9D7B-D244-CBF65C61D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269EEB-D684-19A5-2F85-8A40EB43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3330E2-9CDA-61DD-D69F-9B401F49F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ECAA40-3359-5733-25A3-1EBC5372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45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A45DC-E01C-D954-83C4-F49FB682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BD3CA4-225D-A1A3-CB63-D8CEFD430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43DC57-5093-B97B-9A3E-3D0C5BBE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0A8D7-0B4E-C263-B9EB-87131436C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C6BC5-BC0A-91D3-9967-6A76A8BF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40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C7578D-CF5D-F61E-B7AB-7180CC007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EC30C6-92D9-1E7A-D06B-D42837A23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948BD-411D-4596-1656-7346D3E9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BFF74-5F77-0B7B-AF42-4E766CAB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7E1BAF-8A32-F0EC-168C-0DA6846E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13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EA0339-1B28-CB4A-EE49-789F514B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C4D6DC-2329-6C5D-161E-B6253B40B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5E11C-12C4-DDE7-EAF6-28D231049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6910F-3119-4A1D-8140-0CBB37DF6D24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066222-EF5D-1047-73C6-D48236216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73C02C-073F-B1FF-E521-B01EC28CA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B1EB0-7865-4F4A-9757-E46A63EB44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90F6F0D1-B6FB-5AEA-31DD-6B979DAE0E12}"/>
              </a:ext>
            </a:extLst>
          </p:cNvPr>
          <p:cNvSpPr/>
          <p:nvPr/>
        </p:nvSpPr>
        <p:spPr>
          <a:xfrm>
            <a:off x="2909456" y="2283228"/>
            <a:ext cx="2007983" cy="96196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5591B9D1-7142-22CB-EBDE-978C88E8C0D2}"/>
              </a:ext>
            </a:extLst>
          </p:cNvPr>
          <p:cNvSpPr/>
          <p:nvPr/>
        </p:nvSpPr>
        <p:spPr>
          <a:xfrm>
            <a:off x="477984" y="2500052"/>
            <a:ext cx="785091" cy="49876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1F8D5-FCFA-643F-9A13-D023C6589A20}"/>
              </a:ext>
            </a:extLst>
          </p:cNvPr>
          <p:cNvSpPr/>
          <p:nvPr/>
        </p:nvSpPr>
        <p:spPr>
          <a:xfrm>
            <a:off x="1625601" y="2401455"/>
            <a:ext cx="1025236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Read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cmdline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24E221-2B42-1570-EA15-4B16A84313AF}"/>
              </a:ext>
            </a:extLst>
          </p:cNvPr>
          <p:cNvSpPr/>
          <p:nvPr/>
        </p:nvSpPr>
        <p:spPr>
          <a:xfrm>
            <a:off x="5103091" y="1628602"/>
            <a:ext cx="1025236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fork()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8D845F-B62B-1996-2FFD-462EB8AB88F3}"/>
              </a:ext>
            </a:extLst>
          </p:cNvPr>
          <p:cNvSpPr/>
          <p:nvPr/>
        </p:nvSpPr>
        <p:spPr>
          <a:xfrm>
            <a:off x="6685753" y="1156620"/>
            <a:ext cx="1025236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waitpid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010F7D-6389-1A6C-B972-43E0CDEE45A2}"/>
              </a:ext>
            </a:extLst>
          </p:cNvPr>
          <p:cNvSpPr/>
          <p:nvPr/>
        </p:nvSpPr>
        <p:spPr>
          <a:xfrm>
            <a:off x="6685753" y="2166849"/>
            <a:ext cx="1025236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execvp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0BC47AFD-C921-3896-918A-94296016DDDB}"/>
              </a:ext>
            </a:extLst>
          </p:cNvPr>
          <p:cNvSpPr/>
          <p:nvPr/>
        </p:nvSpPr>
        <p:spPr>
          <a:xfrm>
            <a:off x="8497921" y="2475346"/>
            <a:ext cx="1510143" cy="72644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texted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F3FEA8A0-2999-5DC1-F9BC-F5992742F44D}"/>
              </a:ext>
            </a:extLst>
          </p:cNvPr>
          <p:cNvSpPr/>
          <p:nvPr/>
        </p:nvSpPr>
        <p:spPr>
          <a:xfrm>
            <a:off x="10310114" y="2589184"/>
            <a:ext cx="785091" cy="49876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3879A3-7962-CFF1-E7F0-9323F7BD2D26}"/>
              </a:ext>
            </a:extLst>
          </p:cNvPr>
          <p:cNvSpPr/>
          <p:nvPr/>
        </p:nvSpPr>
        <p:spPr>
          <a:xfrm>
            <a:off x="5103091" y="3205018"/>
            <a:ext cx="1025236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process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69CF7EE-EC44-7D4A-B2C2-2C62B57BEB16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263075" y="2749434"/>
            <a:ext cx="3625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B0FF516-479E-A0FF-D8EA-1E329EC68AC8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50837" y="2749435"/>
            <a:ext cx="258619" cy="14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6A1A82D-85D4-286C-31F9-BA953E02F23C}"/>
              </a:ext>
            </a:extLst>
          </p:cNvPr>
          <p:cNvCxnSpPr>
            <a:endCxn id="5" idx="1"/>
          </p:cNvCxnSpPr>
          <p:nvPr/>
        </p:nvCxnSpPr>
        <p:spPr>
          <a:xfrm flipV="1">
            <a:off x="4359564" y="1976582"/>
            <a:ext cx="743527" cy="498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A91C564-1CE9-EBDE-72F3-0FFE78590B31}"/>
              </a:ext>
            </a:extLst>
          </p:cNvPr>
          <p:cNvCxnSpPr>
            <a:endCxn id="10" idx="1"/>
          </p:cNvCxnSpPr>
          <p:nvPr/>
        </p:nvCxnSpPr>
        <p:spPr>
          <a:xfrm>
            <a:off x="4299757" y="3013592"/>
            <a:ext cx="803334" cy="539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2568074-DB27-3401-4513-07BE0AC4517F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6128327" y="1504600"/>
            <a:ext cx="557426" cy="471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D075BD9-CF71-D18E-ACFD-D74F4533A9EE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6128327" y="1976582"/>
            <a:ext cx="557426" cy="538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A0701EB-B591-2060-8572-7F1E61784EB7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7710989" y="1504600"/>
            <a:ext cx="786932" cy="1333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14703AF-BEDB-13E3-9A6F-A8C46C81A56B}"/>
              </a:ext>
            </a:extLst>
          </p:cNvPr>
          <p:cNvCxnSpPr>
            <a:stCxn id="10" idx="3"/>
            <a:endCxn id="8" idx="1"/>
          </p:cNvCxnSpPr>
          <p:nvPr/>
        </p:nvCxnSpPr>
        <p:spPr>
          <a:xfrm flipV="1">
            <a:off x="6128327" y="2838567"/>
            <a:ext cx="2369594" cy="714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B41818A-AEB1-1E49-D131-DA50668DDBB4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10008064" y="2838566"/>
            <a:ext cx="3020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95555081-AA4D-4D26-7FA5-CB342217AE2C}"/>
              </a:ext>
            </a:extLst>
          </p:cNvPr>
          <p:cNvCxnSpPr>
            <a:stCxn id="8" idx="2"/>
            <a:endCxn id="3" idx="2"/>
          </p:cNvCxnSpPr>
          <p:nvPr/>
        </p:nvCxnSpPr>
        <p:spPr>
          <a:xfrm rot="5400000" flipH="1">
            <a:off x="5643419" y="-407786"/>
            <a:ext cx="104373" cy="7114774"/>
          </a:xfrm>
          <a:prstGeom prst="bentConnector3">
            <a:avLst>
              <a:gd name="adj1" fmla="val -11393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5522B61-9B72-FF03-9016-A8C807764E3E}"/>
              </a:ext>
            </a:extLst>
          </p:cNvPr>
          <p:cNvSpPr txBox="1"/>
          <p:nvPr/>
        </p:nvSpPr>
        <p:spPr>
          <a:xfrm>
            <a:off x="4348019" y="3227213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CF2C0C-C86C-06BB-E632-0595FC52E4CD}"/>
              </a:ext>
            </a:extLst>
          </p:cNvPr>
          <p:cNvSpPr txBox="1"/>
          <p:nvPr/>
        </p:nvSpPr>
        <p:spPr>
          <a:xfrm>
            <a:off x="4364082" y="1922804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C46959-E1C6-E8B4-1DE4-090184F6D8C8}"/>
              </a:ext>
            </a:extLst>
          </p:cNvPr>
          <p:cNvSpPr txBox="1"/>
          <p:nvPr/>
        </p:nvSpPr>
        <p:spPr>
          <a:xfrm>
            <a:off x="9752224" y="2530788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473F05-DA10-6223-CDE3-94D6DD86FF5F}"/>
              </a:ext>
            </a:extLst>
          </p:cNvPr>
          <p:cNvSpPr txBox="1"/>
          <p:nvPr/>
        </p:nvSpPr>
        <p:spPr>
          <a:xfrm>
            <a:off x="8779244" y="314960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7990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38D8-08E2-59CB-C221-8714F453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4ECE3D0F-F101-B7D0-7025-7CDB257EB056}"/>
              </a:ext>
            </a:extLst>
          </p:cNvPr>
          <p:cNvSpPr/>
          <p:nvPr/>
        </p:nvSpPr>
        <p:spPr>
          <a:xfrm>
            <a:off x="3979813" y="986905"/>
            <a:ext cx="2007983" cy="96196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18F412DD-7FEB-FE6E-C209-A59A7039AE38}"/>
              </a:ext>
            </a:extLst>
          </p:cNvPr>
          <p:cNvSpPr/>
          <p:nvPr/>
        </p:nvSpPr>
        <p:spPr>
          <a:xfrm>
            <a:off x="145429" y="509439"/>
            <a:ext cx="785091" cy="49876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661099-4920-E721-42D9-EEE2B110058B}"/>
              </a:ext>
            </a:extLst>
          </p:cNvPr>
          <p:cNvSpPr/>
          <p:nvPr/>
        </p:nvSpPr>
        <p:spPr>
          <a:xfrm>
            <a:off x="1034589" y="423309"/>
            <a:ext cx="848362" cy="6710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Read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cmdline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C1FA5F0-0C19-F94B-B712-AE1D9FB9C951}"/>
              </a:ext>
            </a:extLst>
          </p:cNvPr>
          <p:cNvSpPr/>
          <p:nvPr/>
        </p:nvSpPr>
        <p:spPr>
          <a:xfrm>
            <a:off x="6199886" y="785090"/>
            <a:ext cx="909932" cy="4865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fork()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421EE7-5DC3-B89B-3419-57F86F463947}"/>
              </a:ext>
            </a:extLst>
          </p:cNvPr>
          <p:cNvSpPr/>
          <p:nvPr/>
        </p:nvSpPr>
        <p:spPr>
          <a:xfrm>
            <a:off x="7791784" y="442417"/>
            <a:ext cx="909932" cy="4865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waitpid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0F6627-6C60-99E3-679D-4B9F4C9275C4}"/>
              </a:ext>
            </a:extLst>
          </p:cNvPr>
          <p:cNvSpPr/>
          <p:nvPr/>
        </p:nvSpPr>
        <p:spPr>
          <a:xfrm>
            <a:off x="7782548" y="1138611"/>
            <a:ext cx="909932" cy="4865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execvp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78EBFE7A-2D96-D469-A185-C325C572F1A5}"/>
              </a:ext>
            </a:extLst>
          </p:cNvPr>
          <p:cNvSpPr/>
          <p:nvPr/>
        </p:nvSpPr>
        <p:spPr>
          <a:xfrm>
            <a:off x="9768855" y="2476744"/>
            <a:ext cx="1510143" cy="72644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texted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B2A2C114-A1FA-AA07-1AA8-5EB05F0B39D5}"/>
              </a:ext>
            </a:extLst>
          </p:cNvPr>
          <p:cNvSpPr/>
          <p:nvPr/>
        </p:nvSpPr>
        <p:spPr>
          <a:xfrm>
            <a:off x="11360753" y="2594310"/>
            <a:ext cx="785091" cy="49876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287D4D-91A3-D4D3-9719-BEC5AFA77C3E}"/>
              </a:ext>
            </a:extLst>
          </p:cNvPr>
          <p:cNvSpPr/>
          <p:nvPr/>
        </p:nvSpPr>
        <p:spPr>
          <a:xfrm>
            <a:off x="6199886" y="2093653"/>
            <a:ext cx="909932" cy="4865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process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021984-B9B5-014A-8C79-D941D138A6C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30520" y="758821"/>
            <a:ext cx="1040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B79320C-C6BC-F4C4-3E4E-5BF2229DA12F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5517602" y="1028352"/>
            <a:ext cx="682284" cy="2329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906DB60-AA79-1D8B-0AC7-806416E70CF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456359" y="1730864"/>
            <a:ext cx="743527" cy="606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7F7D625-821C-13E8-51D0-05DC2B98267C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7109818" y="685679"/>
            <a:ext cx="681966" cy="34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BECD419-7E63-8EFF-520A-BECED64E7748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7109818" y="1028352"/>
            <a:ext cx="672730" cy="353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5E97E67-46DF-C91B-3545-FF51436554F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8701716" y="685679"/>
            <a:ext cx="1067139" cy="2154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8E93599-C9BF-1F40-B440-8A2D8CA7EF78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7109818" y="2336915"/>
            <a:ext cx="2659037" cy="503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8B58AC4-FA00-652D-84DB-822DDC884203}"/>
              </a:ext>
            </a:extLst>
          </p:cNvPr>
          <p:cNvSpPr txBox="1"/>
          <p:nvPr/>
        </p:nvSpPr>
        <p:spPr>
          <a:xfrm>
            <a:off x="5444814" y="1971067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A5D800-D844-B292-2372-22EB63C31DDF}"/>
              </a:ext>
            </a:extLst>
          </p:cNvPr>
          <p:cNvSpPr txBox="1"/>
          <p:nvPr/>
        </p:nvSpPr>
        <p:spPr>
          <a:xfrm>
            <a:off x="5460877" y="869857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DFEAAA-93D7-189F-4E97-F07A0D64CA5F}"/>
              </a:ext>
            </a:extLst>
          </p:cNvPr>
          <p:cNvSpPr txBox="1"/>
          <p:nvPr/>
        </p:nvSpPr>
        <p:spPr>
          <a:xfrm>
            <a:off x="10926184" y="2450070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41A103-2397-AB42-70C0-5294A81B9C89}"/>
              </a:ext>
            </a:extLst>
          </p:cNvPr>
          <p:cNvSpPr txBox="1"/>
          <p:nvPr/>
        </p:nvSpPr>
        <p:spPr>
          <a:xfrm>
            <a:off x="9937460" y="2251483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5" name="순서도: 판단 14">
            <a:extLst>
              <a:ext uri="{FF2B5EF4-FFF2-40B4-BE49-F238E27FC236}">
                <a16:creationId xmlns:a16="http://schemas.microsoft.com/office/drawing/2014/main" id="{5CDC4263-B1C2-118B-5E13-62CFD15FBFF1}"/>
              </a:ext>
            </a:extLst>
          </p:cNvPr>
          <p:cNvSpPr/>
          <p:nvPr/>
        </p:nvSpPr>
        <p:spPr>
          <a:xfrm>
            <a:off x="1909604" y="1008202"/>
            <a:ext cx="1494963" cy="96196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‘|’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included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5C0498-94B1-3F62-1699-893AECD59264}"/>
              </a:ext>
            </a:extLst>
          </p:cNvPr>
          <p:cNvSpPr/>
          <p:nvPr/>
        </p:nvSpPr>
        <p:spPr>
          <a:xfrm>
            <a:off x="2147237" y="2455682"/>
            <a:ext cx="1019698" cy="4718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run_pipe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845BF10-0C1E-B8BC-701D-9E56F7F1E80F}"/>
              </a:ext>
            </a:extLst>
          </p:cNvPr>
          <p:cNvSpPr/>
          <p:nvPr/>
        </p:nvSpPr>
        <p:spPr>
          <a:xfrm>
            <a:off x="2154569" y="3203185"/>
            <a:ext cx="1019698" cy="4718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make N pipe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판단 42">
            <a:extLst>
              <a:ext uri="{FF2B5EF4-FFF2-40B4-BE49-F238E27FC236}">
                <a16:creationId xmlns:a16="http://schemas.microsoft.com/office/drawing/2014/main" id="{7759B527-20ED-3EF5-E66D-F14B4244A664}"/>
              </a:ext>
            </a:extLst>
          </p:cNvPr>
          <p:cNvSpPr/>
          <p:nvPr/>
        </p:nvSpPr>
        <p:spPr>
          <a:xfrm>
            <a:off x="5151572" y="3165492"/>
            <a:ext cx="1636529" cy="53402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7DD3900-60C8-9FF6-05EE-C5DC77F970D6}"/>
              </a:ext>
            </a:extLst>
          </p:cNvPr>
          <p:cNvSpPr/>
          <p:nvPr/>
        </p:nvSpPr>
        <p:spPr>
          <a:xfrm>
            <a:off x="3540464" y="3251987"/>
            <a:ext cx="627131" cy="374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fork()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A12AFB3-835F-BDAA-11A9-49B95D508F36}"/>
              </a:ext>
            </a:extLst>
          </p:cNvPr>
          <p:cNvSpPr/>
          <p:nvPr/>
        </p:nvSpPr>
        <p:spPr>
          <a:xfrm>
            <a:off x="6451462" y="2760462"/>
            <a:ext cx="837125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waitpid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31F0AE1-061B-1FFC-CC3F-BDECAA027A2E}"/>
              </a:ext>
            </a:extLst>
          </p:cNvPr>
          <p:cNvSpPr/>
          <p:nvPr/>
        </p:nvSpPr>
        <p:spPr>
          <a:xfrm>
            <a:off x="6951949" y="3240764"/>
            <a:ext cx="830599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execvp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2B8E06A-ADF6-9B2D-FD9A-1992B3556AF8}"/>
              </a:ext>
            </a:extLst>
          </p:cNvPr>
          <p:cNvSpPr/>
          <p:nvPr/>
        </p:nvSpPr>
        <p:spPr>
          <a:xfrm>
            <a:off x="5517602" y="3861451"/>
            <a:ext cx="877782" cy="5382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process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FC57BF-69C4-6691-7C54-EB653FB7FA20}"/>
              </a:ext>
            </a:extLst>
          </p:cNvPr>
          <p:cNvSpPr/>
          <p:nvPr/>
        </p:nvSpPr>
        <p:spPr>
          <a:xfrm>
            <a:off x="4340063" y="3239891"/>
            <a:ext cx="681801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dup2()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B3B307C-4C68-4FEC-1462-D59B3D012D77}"/>
              </a:ext>
            </a:extLst>
          </p:cNvPr>
          <p:cNvSpPr/>
          <p:nvPr/>
        </p:nvSpPr>
        <p:spPr>
          <a:xfrm>
            <a:off x="8876816" y="3229360"/>
            <a:ext cx="681801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dup2()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11E34D3-7DB2-1876-82B0-B5095E11B60B}"/>
              </a:ext>
            </a:extLst>
          </p:cNvPr>
          <p:cNvSpPr/>
          <p:nvPr/>
        </p:nvSpPr>
        <p:spPr>
          <a:xfrm>
            <a:off x="8033895" y="3229360"/>
            <a:ext cx="681801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dup()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판단 20">
            <a:extLst>
              <a:ext uri="{FF2B5EF4-FFF2-40B4-BE49-F238E27FC236}">
                <a16:creationId xmlns:a16="http://schemas.microsoft.com/office/drawing/2014/main" id="{6807D17B-B92E-49D0-4205-7398332CD73C}"/>
              </a:ext>
            </a:extLst>
          </p:cNvPr>
          <p:cNvSpPr/>
          <p:nvPr/>
        </p:nvSpPr>
        <p:spPr>
          <a:xfrm>
            <a:off x="9050934" y="3612664"/>
            <a:ext cx="1753428" cy="96196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right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‘|’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included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판단 28">
            <a:extLst>
              <a:ext uri="{FF2B5EF4-FFF2-40B4-BE49-F238E27FC236}">
                <a16:creationId xmlns:a16="http://schemas.microsoft.com/office/drawing/2014/main" id="{C0C19E12-9AC7-DEC3-1F2D-6B3D611DA005}"/>
              </a:ext>
            </a:extLst>
          </p:cNvPr>
          <p:cNvSpPr/>
          <p:nvPr/>
        </p:nvSpPr>
        <p:spPr>
          <a:xfrm>
            <a:off x="3577217" y="4909129"/>
            <a:ext cx="1636529" cy="53402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6181CD-FD15-7213-C37B-F9C852667FA6}"/>
              </a:ext>
            </a:extLst>
          </p:cNvPr>
          <p:cNvSpPr/>
          <p:nvPr/>
        </p:nvSpPr>
        <p:spPr>
          <a:xfrm>
            <a:off x="5423989" y="4933730"/>
            <a:ext cx="627131" cy="374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fork()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BFD934A-B99F-D6B2-8689-2B46FAEF4BCD}"/>
              </a:ext>
            </a:extLst>
          </p:cNvPr>
          <p:cNvSpPr/>
          <p:nvPr/>
        </p:nvSpPr>
        <p:spPr>
          <a:xfrm>
            <a:off x="6279219" y="4719384"/>
            <a:ext cx="837125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waitpid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91E5171-92D2-AC1B-1857-6B7FE939208C}"/>
              </a:ext>
            </a:extLst>
          </p:cNvPr>
          <p:cNvSpPr/>
          <p:nvPr/>
        </p:nvSpPr>
        <p:spPr>
          <a:xfrm>
            <a:off x="6279219" y="5217085"/>
            <a:ext cx="830599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execvp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EA36AA-129B-3A8E-5C19-501C335EAB9E}"/>
              </a:ext>
            </a:extLst>
          </p:cNvPr>
          <p:cNvSpPr/>
          <p:nvPr/>
        </p:nvSpPr>
        <p:spPr>
          <a:xfrm>
            <a:off x="3943247" y="5605088"/>
            <a:ext cx="877782" cy="5382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process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1DC3CA7-BA66-3AC1-EC67-BED896512858}"/>
              </a:ext>
            </a:extLst>
          </p:cNvPr>
          <p:cNvSpPr/>
          <p:nvPr/>
        </p:nvSpPr>
        <p:spPr>
          <a:xfrm>
            <a:off x="4041237" y="6246955"/>
            <a:ext cx="681801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dup2()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71C97A3-25A6-4392-C49B-934CD7801EEC}"/>
              </a:ext>
            </a:extLst>
          </p:cNvPr>
          <p:cNvSpPr/>
          <p:nvPr/>
        </p:nvSpPr>
        <p:spPr>
          <a:xfrm>
            <a:off x="7367248" y="5217085"/>
            <a:ext cx="681801" cy="3863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dup2()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FEED34B-E973-77CA-78C4-0963EA19C0F8}"/>
              </a:ext>
            </a:extLst>
          </p:cNvPr>
          <p:cNvCxnSpPr>
            <a:cxnSpLocks/>
            <a:stCxn id="15" idx="3"/>
            <a:endCxn id="4" idx="1"/>
          </p:cNvCxnSpPr>
          <p:nvPr/>
        </p:nvCxnSpPr>
        <p:spPr>
          <a:xfrm flipV="1">
            <a:off x="3404567" y="1467889"/>
            <a:ext cx="575246" cy="21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6144542-1FBA-D948-8CDA-F23B213797B8}"/>
              </a:ext>
            </a:extLst>
          </p:cNvPr>
          <p:cNvCxnSpPr>
            <a:cxnSpLocks/>
            <a:stCxn id="15" idx="2"/>
            <a:endCxn id="33" idx="0"/>
          </p:cNvCxnSpPr>
          <p:nvPr/>
        </p:nvCxnSpPr>
        <p:spPr>
          <a:xfrm>
            <a:off x="2657086" y="1970169"/>
            <a:ext cx="0" cy="485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52091DC-55E0-3A8A-F61A-0939A7D393EE}"/>
              </a:ext>
            </a:extLst>
          </p:cNvPr>
          <p:cNvCxnSpPr>
            <a:stCxn id="33" idx="2"/>
            <a:endCxn id="41" idx="0"/>
          </p:cNvCxnSpPr>
          <p:nvPr/>
        </p:nvCxnSpPr>
        <p:spPr>
          <a:xfrm>
            <a:off x="2657086" y="2927546"/>
            <a:ext cx="7332" cy="275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CB392390-55D7-154E-25FD-6C8D7E494C41}"/>
              </a:ext>
            </a:extLst>
          </p:cNvPr>
          <p:cNvCxnSpPr>
            <a:stCxn id="41" idx="3"/>
            <a:endCxn id="44" idx="1"/>
          </p:cNvCxnSpPr>
          <p:nvPr/>
        </p:nvCxnSpPr>
        <p:spPr>
          <a:xfrm>
            <a:off x="3174267" y="3439117"/>
            <a:ext cx="366197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3B86244-4EB2-DD5A-E418-022449C0F001}"/>
              </a:ext>
            </a:extLst>
          </p:cNvPr>
          <p:cNvCxnSpPr>
            <a:stCxn id="44" idx="3"/>
            <a:endCxn id="11" idx="1"/>
          </p:cNvCxnSpPr>
          <p:nvPr/>
        </p:nvCxnSpPr>
        <p:spPr>
          <a:xfrm flipV="1">
            <a:off x="4167595" y="3433069"/>
            <a:ext cx="172468" cy="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3AB0D2B-4695-8706-1AC4-FCCB7B9DEB7C}"/>
              </a:ext>
            </a:extLst>
          </p:cNvPr>
          <p:cNvCxnSpPr>
            <a:stCxn id="11" idx="3"/>
            <a:endCxn id="43" idx="1"/>
          </p:cNvCxnSpPr>
          <p:nvPr/>
        </p:nvCxnSpPr>
        <p:spPr>
          <a:xfrm flipV="1">
            <a:off x="5021864" y="3432506"/>
            <a:ext cx="129708" cy="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BCE2822-49BE-561D-ECFD-212999D9109B}"/>
              </a:ext>
            </a:extLst>
          </p:cNvPr>
          <p:cNvCxnSpPr>
            <a:stCxn id="43" idx="2"/>
            <a:endCxn id="47" idx="0"/>
          </p:cNvCxnSpPr>
          <p:nvPr/>
        </p:nvCxnSpPr>
        <p:spPr>
          <a:xfrm flipH="1">
            <a:off x="5956493" y="3699520"/>
            <a:ext cx="13344" cy="161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303364A-AD59-C9F0-1EA6-47E883907D11}"/>
              </a:ext>
            </a:extLst>
          </p:cNvPr>
          <p:cNvCxnSpPr>
            <a:stCxn id="43" idx="3"/>
            <a:endCxn id="46" idx="1"/>
          </p:cNvCxnSpPr>
          <p:nvPr/>
        </p:nvCxnSpPr>
        <p:spPr>
          <a:xfrm>
            <a:off x="6788101" y="3432506"/>
            <a:ext cx="163848" cy="1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F9F7DA2E-C7EF-42E6-7ABF-31137E6FBB8D}"/>
              </a:ext>
            </a:extLst>
          </p:cNvPr>
          <p:cNvCxnSpPr>
            <a:stCxn id="46" idx="3"/>
            <a:endCxn id="19" idx="1"/>
          </p:cNvCxnSpPr>
          <p:nvPr/>
        </p:nvCxnSpPr>
        <p:spPr>
          <a:xfrm flipV="1">
            <a:off x="7782548" y="3422538"/>
            <a:ext cx="251347" cy="11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1901BE5F-FD23-37F2-4845-1E46FA9A2DFD}"/>
              </a:ext>
            </a:extLst>
          </p:cNvPr>
          <p:cNvCxnSpPr>
            <a:stCxn id="19" idx="3"/>
            <a:endCxn id="17" idx="1"/>
          </p:cNvCxnSpPr>
          <p:nvPr/>
        </p:nvCxnSpPr>
        <p:spPr>
          <a:xfrm>
            <a:off x="8715696" y="3422538"/>
            <a:ext cx="1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00CB6DE0-F327-BEB1-4E21-276E749AE092}"/>
              </a:ext>
            </a:extLst>
          </p:cNvPr>
          <p:cNvCxnSpPr>
            <a:stCxn id="21" idx="2"/>
            <a:endCxn id="29" idx="0"/>
          </p:cNvCxnSpPr>
          <p:nvPr/>
        </p:nvCxnSpPr>
        <p:spPr>
          <a:xfrm rot="5400000">
            <a:off x="6994316" y="1975797"/>
            <a:ext cx="334498" cy="5532166"/>
          </a:xfrm>
          <a:prstGeom prst="bentConnector3">
            <a:avLst>
              <a:gd name="adj1" fmla="val 1962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ED681AB7-CF7E-144C-4371-CE37BB7B2416}"/>
              </a:ext>
            </a:extLst>
          </p:cNvPr>
          <p:cNvCxnSpPr>
            <a:cxnSpLocks/>
            <a:stCxn id="21" idx="1"/>
            <a:endCxn id="33" idx="3"/>
          </p:cNvCxnSpPr>
          <p:nvPr/>
        </p:nvCxnSpPr>
        <p:spPr>
          <a:xfrm rot="10800000">
            <a:off x="3166936" y="2691614"/>
            <a:ext cx="5883999" cy="1402034"/>
          </a:xfrm>
          <a:prstGeom prst="bentConnector3">
            <a:avLst>
              <a:gd name="adj1" fmla="val 950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4990033-B24C-780B-B2FD-50C7F4F62F5B}"/>
              </a:ext>
            </a:extLst>
          </p:cNvPr>
          <p:cNvCxnSpPr>
            <a:stCxn id="29" idx="2"/>
            <a:endCxn id="35" idx="0"/>
          </p:cNvCxnSpPr>
          <p:nvPr/>
        </p:nvCxnSpPr>
        <p:spPr>
          <a:xfrm flipH="1">
            <a:off x="4382138" y="5443157"/>
            <a:ext cx="13344" cy="161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40EE8B1F-B7F5-24E7-53C8-A5F20875764E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4382138" y="6143335"/>
            <a:ext cx="0" cy="10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2C7515A0-6E10-BD42-45A9-BEF689385DC2}"/>
              </a:ext>
            </a:extLst>
          </p:cNvPr>
          <p:cNvCxnSpPr>
            <a:stCxn id="29" idx="3"/>
            <a:endCxn id="31" idx="1"/>
          </p:cNvCxnSpPr>
          <p:nvPr/>
        </p:nvCxnSpPr>
        <p:spPr>
          <a:xfrm flipV="1">
            <a:off x="5213746" y="5120860"/>
            <a:ext cx="210243" cy="55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7176EF29-90F8-CD7A-0054-A848EF9A3EA4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 flipV="1">
            <a:off x="6051120" y="4912562"/>
            <a:ext cx="228099" cy="208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6930D35D-E1D4-A9C7-0844-1DCD3944EAF7}"/>
              </a:ext>
            </a:extLst>
          </p:cNvPr>
          <p:cNvCxnSpPr>
            <a:stCxn id="31" idx="3"/>
            <a:endCxn id="34" idx="1"/>
          </p:cNvCxnSpPr>
          <p:nvPr/>
        </p:nvCxnSpPr>
        <p:spPr>
          <a:xfrm>
            <a:off x="6051120" y="5120860"/>
            <a:ext cx="228099" cy="28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61E73E5-E91E-9078-96C2-06D611E47341}"/>
              </a:ext>
            </a:extLst>
          </p:cNvPr>
          <p:cNvCxnSpPr>
            <a:stCxn id="34" idx="3"/>
            <a:endCxn id="54" idx="1"/>
          </p:cNvCxnSpPr>
          <p:nvPr/>
        </p:nvCxnSpPr>
        <p:spPr>
          <a:xfrm>
            <a:off x="7109818" y="5410263"/>
            <a:ext cx="257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7F71D00-D161-BB98-8C9B-E2A3D68701A8}"/>
              </a:ext>
            </a:extLst>
          </p:cNvPr>
          <p:cNvSpPr txBox="1"/>
          <p:nvPr/>
        </p:nvSpPr>
        <p:spPr>
          <a:xfrm>
            <a:off x="3273478" y="1242057"/>
            <a:ext cx="622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B514092-42AE-A1C2-E248-FB817E9962C5}"/>
              </a:ext>
            </a:extLst>
          </p:cNvPr>
          <p:cNvSpPr txBox="1"/>
          <p:nvPr/>
        </p:nvSpPr>
        <p:spPr>
          <a:xfrm>
            <a:off x="2241588" y="2010245"/>
            <a:ext cx="700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C00A311-46CE-847B-2761-6EEA498EDE7A}"/>
              </a:ext>
            </a:extLst>
          </p:cNvPr>
          <p:cNvSpPr txBox="1"/>
          <p:nvPr/>
        </p:nvSpPr>
        <p:spPr>
          <a:xfrm>
            <a:off x="5456359" y="3555948"/>
            <a:ext cx="700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4F52C57-93B1-426F-C28E-5878072AF508}"/>
              </a:ext>
            </a:extLst>
          </p:cNvPr>
          <p:cNvSpPr txBox="1"/>
          <p:nvPr/>
        </p:nvSpPr>
        <p:spPr>
          <a:xfrm>
            <a:off x="6537422" y="3169658"/>
            <a:ext cx="622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D1087CA-814E-51D3-B0B9-4A586615B23E}"/>
              </a:ext>
            </a:extLst>
          </p:cNvPr>
          <p:cNvSpPr txBox="1"/>
          <p:nvPr/>
        </p:nvSpPr>
        <p:spPr>
          <a:xfrm>
            <a:off x="8954629" y="3720825"/>
            <a:ext cx="700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C3C5B24-E231-37D1-5767-77D343F37459}"/>
              </a:ext>
            </a:extLst>
          </p:cNvPr>
          <p:cNvSpPr txBox="1"/>
          <p:nvPr/>
        </p:nvSpPr>
        <p:spPr>
          <a:xfrm>
            <a:off x="9165366" y="4398083"/>
            <a:ext cx="622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F5F4C6C-787C-4997-59AD-34B003605E4E}"/>
              </a:ext>
            </a:extLst>
          </p:cNvPr>
          <p:cNvSpPr txBox="1"/>
          <p:nvPr/>
        </p:nvSpPr>
        <p:spPr>
          <a:xfrm>
            <a:off x="3963739" y="5340864"/>
            <a:ext cx="700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83FF18C-D681-1A42-FF0C-F0DA90B5CA34}"/>
              </a:ext>
            </a:extLst>
          </p:cNvPr>
          <p:cNvSpPr txBox="1"/>
          <p:nvPr/>
        </p:nvSpPr>
        <p:spPr>
          <a:xfrm>
            <a:off x="4801683" y="4853846"/>
            <a:ext cx="6222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B0218AEE-85D1-8145-A509-9F6C1606EE52}"/>
              </a:ext>
            </a:extLst>
          </p:cNvPr>
          <p:cNvCxnSpPr>
            <a:stCxn id="32" idx="3"/>
            <a:endCxn id="8" idx="1"/>
          </p:cNvCxnSpPr>
          <p:nvPr/>
        </p:nvCxnSpPr>
        <p:spPr>
          <a:xfrm flipV="1">
            <a:off x="7116344" y="2839965"/>
            <a:ext cx="2652511" cy="2072597"/>
          </a:xfrm>
          <a:prstGeom prst="bentConnector3">
            <a:avLst>
              <a:gd name="adj1" fmla="val 6358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61F0A1F9-560F-A39F-4819-9AE05AF4F490}"/>
              </a:ext>
            </a:extLst>
          </p:cNvPr>
          <p:cNvCxnSpPr>
            <a:stCxn id="8" idx="0"/>
            <a:endCxn id="3" idx="0"/>
          </p:cNvCxnSpPr>
          <p:nvPr/>
        </p:nvCxnSpPr>
        <p:spPr>
          <a:xfrm rot="16200000" flipV="1">
            <a:off x="4964632" y="-3082552"/>
            <a:ext cx="2053435" cy="9065157"/>
          </a:xfrm>
          <a:prstGeom prst="bentConnector3">
            <a:avLst>
              <a:gd name="adj1" fmla="val 1111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연결선: 꺾임 166">
            <a:extLst>
              <a:ext uri="{FF2B5EF4-FFF2-40B4-BE49-F238E27FC236}">
                <a16:creationId xmlns:a16="http://schemas.microsoft.com/office/drawing/2014/main" id="{97FA6D80-06DD-9118-C933-907C9344B8DA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 flipV="1">
            <a:off x="4167595" y="2953640"/>
            <a:ext cx="2283867" cy="485477"/>
          </a:xfrm>
          <a:prstGeom prst="bentConnector3">
            <a:avLst>
              <a:gd name="adj1" fmla="val 51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169">
            <a:extLst>
              <a:ext uri="{FF2B5EF4-FFF2-40B4-BE49-F238E27FC236}">
                <a16:creationId xmlns:a16="http://schemas.microsoft.com/office/drawing/2014/main" id="{48D1F8B2-235D-41F9-F547-DF5CE12B822B}"/>
              </a:ext>
            </a:extLst>
          </p:cNvPr>
          <p:cNvCxnSpPr>
            <a:stCxn id="45" idx="3"/>
            <a:endCxn id="21" idx="0"/>
          </p:cNvCxnSpPr>
          <p:nvPr/>
        </p:nvCxnSpPr>
        <p:spPr>
          <a:xfrm>
            <a:off x="7288587" y="2953640"/>
            <a:ext cx="2639061" cy="6590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A131BFC8-8126-B634-96BC-EDAC1F28216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1278998" y="2839965"/>
            <a:ext cx="81755" cy="37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연결선: 꺾임 186">
            <a:extLst>
              <a:ext uri="{FF2B5EF4-FFF2-40B4-BE49-F238E27FC236}">
                <a16:creationId xmlns:a16="http://schemas.microsoft.com/office/drawing/2014/main" id="{045075DF-9115-EC19-A678-C828A9A3BC7A}"/>
              </a:ext>
            </a:extLst>
          </p:cNvPr>
          <p:cNvCxnSpPr>
            <a:stCxn id="3" idx="3"/>
            <a:endCxn id="15" idx="0"/>
          </p:cNvCxnSpPr>
          <p:nvPr/>
        </p:nvCxnSpPr>
        <p:spPr>
          <a:xfrm>
            <a:off x="1882951" y="758821"/>
            <a:ext cx="774135" cy="2493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47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0FD94-37DB-B987-9FFC-C19BD6F3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DC14D959-A3E2-D555-5356-87BC0FF889BE}"/>
              </a:ext>
            </a:extLst>
          </p:cNvPr>
          <p:cNvSpPr/>
          <p:nvPr/>
        </p:nvSpPr>
        <p:spPr>
          <a:xfrm>
            <a:off x="2812510" y="2313613"/>
            <a:ext cx="1636209" cy="69596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4B458B06-7837-B661-067C-92B7B87C87D4}"/>
              </a:ext>
            </a:extLst>
          </p:cNvPr>
          <p:cNvSpPr/>
          <p:nvPr/>
        </p:nvSpPr>
        <p:spPr>
          <a:xfrm>
            <a:off x="207819" y="2438401"/>
            <a:ext cx="785091" cy="49876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269837-2E4F-12AF-7681-5B6719F01046}"/>
              </a:ext>
            </a:extLst>
          </p:cNvPr>
          <p:cNvSpPr/>
          <p:nvPr/>
        </p:nvSpPr>
        <p:spPr>
          <a:xfrm>
            <a:off x="1252521" y="2339802"/>
            <a:ext cx="844311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Read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cmdline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994844-140F-2495-C7B9-D12207EC545B}"/>
              </a:ext>
            </a:extLst>
          </p:cNvPr>
          <p:cNvSpPr/>
          <p:nvPr/>
        </p:nvSpPr>
        <p:spPr>
          <a:xfrm>
            <a:off x="4483905" y="1838056"/>
            <a:ext cx="803334" cy="4311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fork()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BDF7E-36E9-6529-C39B-BE21D24AA6F5}"/>
              </a:ext>
            </a:extLst>
          </p:cNvPr>
          <p:cNvSpPr/>
          <p:nvPr/>
        </p:nvSpPr>
        <p:spPr>
          <a:xfrm>
            <a:off x="6846512" y="1516722"/>
            <a:ext cx="878829" cy="452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waitpid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38969F-67F4-494D-49D1-EDCE7E69F169}"/>
              </a:ext>
            </a:extLst>
          </p:cNvPr>
          <p:cNvSpPr/>
          <p:nvPr/>
        </p:nvSpPr>
        <p:spPr>
          <a:xfrm>
            <a:off x="5726653" y="2166849"/>
            <a:ext cx="878829" cy="4223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execvp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EFAF9935-CF9A-69DB-B0C4-7B14E7336B55}"/>
              </a:ext>
            </a:extLst>
          </p:cNvPr>
          <p:cNvSpPr/>
          <p:nvPr/>
        </p:nvSpPr>
        <p:spPr>
          <a:xfrm>
            <a:off x="9125072" y="1755948"/>
            <a:ext cx="1254303" cy="62206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texted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대체 처리 8">
            <a:extLst>
              <a:ext uri="{FF2B5EF4-FFF2-40B4-BE49-F238E27FC236}">
                <a16:creationId xmlns:a16="http://schemas.microsoft.com/office/drawing/2014/main" id="{D710D45C-4119-5315-5C07-B1DF2F92B01C}"/>
              </a:ext>
            </a:extLst>
          </p:cNvPr>
          <p:cNvSpPr/>
          <p:nvPr/>
        </p:nvSpPr>
        <p:spPr>
          <a:xfrm>
            <a:off x="10702659" y="2589184"/>
            <a:ext cx="785091" cy="498763"/>
          </a:xfrm>
          <a:prstGeom prst="flowChartAlternate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EA6B38-A475-CB96-2523-F5BDB27D98AC}"/>
              </a:ext>
            </a:extLst>
          </p:cNvPr>
          <p:cNvSpPr/>
          <p:nvPr/>
        </p:nvSpPr>
        <p:spPr>
          <a:xfrm>
            <a:off x="4490222" y="2870736"/>
            <a:ext cx="1025236" cy="695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builtin</a:t>
            </a:r>
            <a:endParaRPr lang="en-US" altLang="ko-KR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command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process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832F247-08A3-088C-1F60-3D843CE39D57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992910" y="2687782"/>
            <a:ext cx="25961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9274494-145F-2990-4D56-77B9441AD5A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042826" y="2053609"/>
            <a:ext cx="441079" cy="408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B470685-6D3E-C421-0F9B-F115AAE4B77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057260" y="2838565"/>
            <a:ext cx="432962" cy="380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407BFCA-CB46-B234-8511-CF69D4C1847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287239" y="2053609"/>
            <a:ext cx="439414" cy="324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9859019-1E70-87E4-DB0B-084BCE95D817}"/>
              </a:ext>
            </a:extLst>
          </p:cNvPr>
          <p:cNvSpPr txBox="1"/>
          <p:nvPr/>
        </p:nvSpPr>
        <p:spPr>
          <a:xfrm>
            <a:off x="9298169" y="1494336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EDDC46-14A8-22B4-0DF7-D99B877EE540}"/>
              </a:ext>
            </a:extLst>
          </p:cNvPr>
          <p:cNvSpPr txBox="1"/>
          <p:nvPr/>
        </p:nvSpPr>
        <p:spPr>
          <a:xfrm>
            <a:off x="10208042" y="1802911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35FECC64-6ACA-85AE-88F3-D0CE2352B3D9}"/>
              </a:ext>
            </a:extLst>
          </p:cNvPr>
          <p:cNvSpPr/>
          <p:nvPr/>
        </p:nvSpPr>
        <p:spPr>
          <a:xfrm>
            <a:off x="1197543" y="3218716"/>
            <a:ext cx="954266" cy="44934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&amp; at end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52FE192-B5D6-23AA-B4BD-0579DE4DCBB3}"/>
              </a:ext>
            </a:extLst>
          </p:cNvPr>
          <p:cNvSpPr/>
          <p:nvPr/>
        </p:nvSpPr>
        <p:spPr>
          <a:xfrm>
            <a:off x="1351081" y="3824530"/>
            <a:ext cx="647189" cy="303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bg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=1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D5D7C55-5C7A-365D-AFCE-D6400EACC741}"/>
              </a:ext>
            </a:extLst>
          </p:cNvPr>
          <p:cNvSpPr/>
          <p:nvPr/>
        </p:nvSpPr>
        <p:spPr>
          <a:xfrm>
            <a:off x="5726652" y="1516722"/>
            <a:ext cx="878829" cy="4529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add_job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AAE918A-8BBB-B98C-293A-B75715DC525F}"/>
              </a:ext>
            </a:extLst>
          </p:cNvPr>
          <p:cNvSpPr/>
          <p:nvPr/>
        </p:nvSpPr>
        <p:spPr>
          <a:xfrm>
            <a:off x="7405107" y="2606305"/>
            <a:ext cx="1880477" cy="4223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jid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pid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command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699F23CC-C8D7-AE64-D1B2-C9A0D99E77AE}"/>
              </a:ext>
            </a:extLst>
          </p:cNvPr>
          <p:cNvCxnSpPr>
            <a:stCxn id="5" idx="3"/>
            <a:endCxn id="70" idx="1"/>
          </p:cNvCxnSpPr>
          <p:nvPr/>
        </p:nvCxnSpPr>
        <p:spPr>
          <a:xfrm flipV="1">
            <a:off x="5287239" y="1743187"/>
            <a:ext cx="439413" cy="310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99E55E46-F968-7C93-74EA-B7C63E1D408D}"/>
              </a:ext>
            </a:extLst>
          </p:cNvPr>
          <p:cNvCxnSpPr>
            <a:stCxn id="70" idx="3"/>
            <a:endCxn id="6" idx="1"/>
          </p:cNvCxnSpPr>
          <p:nvPr/>
        </p:nvCxnSpPr>
        <p:spPr>
          <a:xfrm>
            <a:off x="6605481" y="1743187"/>
            <a:ext cx="241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순서도: 판단 83">
            <a:extLst>
              <a:ext uri="{FF2B5EF4-FFF2-40B4-BE49-F238E27FC236}">
                <a16:creationId xmlns:a16="http://schemas.microsoft.com/office/drawing/2014/main" id="{FE49D2F1-2741-C2AA-FD4D-9F51009EA37E}"/>
              </a:ext>
            </a:extLst>
          </p:cNvPr>
          <p:cNvSpPr/>
          <p:nvPr/>
        </p:nvSpPr>
        <p:spPr>
          <a:xfrm>
            <a:off x="7966372" y="1838056"/>
            <a:ext cx="757948" cy="45293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bg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9CB96751-D11F-DFBD-DDD0-B4D1DE4111D5}"/>
              </a:ext>
            </a:extLst>
          </p:cNvPr>
          <p:cNvCxnSpPr>
            <a:stCxn id="3" idx="2"/>
            <a:endCxn id="57" idx="0"/>
          </p:cNvCxnSpPr>
          <p:nvPr/>
        </p:nvCxnSpPr>
        <p:spPr>
          <a:xfrm flipH="1">
            <a:off x="1674676" y="3035761"/>
            <a:ext cx="1" cy="182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98488C11-397D-DBD5-1AB7-C9FA7B404F24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1674676" y="3668060"/>
            <a:ext cx="0" cy="156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C5CF0FB7-91AF-EA11-6975-D09EED6AE843}"/>
              </a:ext>
            </a:extLst>
          </p:cNvPr>
          <p:cNvCxnSpPr>
            <a:stCxn id="58" idx="3"/>
            <a:endCxn id="4" idx="1"/>
          </p:cNvCxnSpPr>
          <p:nvPr/>
        </p:nvCxnSpPr>
        <p:spPr>
          <a:xfrm flipV="1">
            <a:off x="1998270" y="2661593"/>
            <a:ext cx="814240" cy="13147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BBB3A5A5-AC0D-BBB1-1EE2-ADBD5E18A697}"/>
              </a:ext>
            </a:extLst>
          </p:cNvPr>
          <p:cNvCxnSpPr>
            <a:stCxn id="57" idx="3"/>
            <a:endCxn id="4" idx="1"/>
          </p:cNvCxnSpPr>
          <p:nvPr/>
        </p:nvCxnSpPr>
        <p:spPr>
          <a:xfrm flipV="1">
            <a:off x="2151809" y="2661593"/>
            <a:ext cx="660701" cy="781795"/>
          </a:xfrm>
          <a:prstGeom prst="bentConnector3">
            <a:avLst>
              <a:gd name="adj1" fmla="val 374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6AE0C55F-FB21-6766-10CF-A52B3DA8F8DB}"/>
              </a:ext>
            </a:extLst>
          </p:cNvPr>
          <p:cNvCxnSpPr>
            <a:stCxn id="10" idx="3"/>
            <a:endCxn id="84" idx="1"/>
          </p:cNvCxnSpPr>
          <p:nvPr/>
        </p:nvCxnSpPr>
        <p:spPr>
          <a:xfrm flipV="1">
            <a:off x="5515458" y="2064521"/>
            <a:ext cx="2450914" cy="1154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F0C258A-4F5E-19F2-E3CF-9A8CD1BE5C52}"/>
              </a:ext>
            </a:extLst>
          </p:cNvPr>
          <p:cNvCxnSpPr>
            <a:stCxn id="6" idx="3"/>
            <a:endCxn id="84" idx="1"/>
          </p:cNvCxnSpPr>
          <p:nvPr/>
        </p:nvCxnSpPr>
        <p:spPr>
          <a:xfrm>
            <a:off x="7725341" y="1743187"/>
            <a:ext cx="241031" cy="32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C30EBB2E-CCCA-B88E-114D-6FD416FE775C}"/>
              </a:ext>
            </a:extLst>
          </p:cNvPr>
          <p:cNvCxnSpPr>
            <a:stCxn id="84" idx="3"/>
            <a:endCxn id="8" idx="1"/>
          </p:cNvCxnSpPr>
          <p:nvPr/>
        </p:nvCxnSpPr>
        <p:spPr>
          <a:xfrm>
            <a:off x="8724320" y="2064521"/>
            <a:ext cx="400752" cy="2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63591BD3-B98C-35C0-68AF-5C4FB87B7895}"/>
              </a:ext>
            </a:extLst>
          </p:cNvPr>
          <p:cNvCxnSpPr>
            <a:stCxn id="84" idx="2"/>
            <a:endCxn id="71" idx="0"/>
          </p:cNvCxnSpPr>
          <p:nvPr/>
        </p:nvCxnSpPr>
        <p:spPr>
          <a:xfrm>
            <a:off x="8345346" y="2290986"/>
            <a:ext cx="0" cy="315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C936D7CF-670C-A4A0-D7A8-9DAD017D8AC3}"/>
              </a:ext>
            </a:extLst>
          </p:cNvPr>
          <p:cNvCxnSpPr>
            <a:cxnSpLocks/>
            <a:stCxn id="8" idx="0"/>
            <a:endCxn id="3" idx="0"/>
          </p:cNvCxnSpPr>
          <p:nvPr/>
        </p:nvCxnSpPr>
        <p:spPr>
          <a:xfrm rot="16200000" flipH="1" flipV="1">
            <a:off x="5421524" y="-1990899"/>
            <a:ext cx="583854" cy="8077547"/>
          </a:xfrm>
          <a:prstGeom prst="bentConnector3">
            <a:avLst>
              <a:gd name="adj1" fmla="val -1024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219AA5FF-3C88-68D4-ABCA-6DE821D5D74F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0379375" y="2066982"/>
            <a:ext cx="323284" cy="7715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35FA826-0213-A00B-B611-BC957CAFAC42}"/>
              </a:ext>
            </a:extLst>
          </p:cNvPr>
          <p:cNvSpPr txBox="1"/>
          <p:nvPr/>
        </p:nvSpPr>
        <p:spPr>
          <a:xfrm>
            <a:off x="8597931" y="1786264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E275B6E-E2F4-88DD-6245-A6843868219C}"/>
              </a:ext>
            </a:extLst>
          </p:cNvPr>
          <p:cNvSpPr txBox="1"/>
          <p:nvPr/>
        </p:nvSpPr>
        <p:spPr>
          <a:xfrm>
            <a:off x="7941448" y="2249035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6EF4474-7A6C-519D-677D-66C452323DB0}"/>
              </a:ext>
            </a:extLst>
          </p:cNvPr>
          <p:cNvSpPr txBox="1"/>
          <p:nvPr/>
        </p:nvSpPr>
        <p:spPr>
          <a:xfrm>
            <a:off x="1930580" y="3188150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6BCDA9B-4805-C082-9D6E-230F3ADA840B}"/>
              </a:ext>
            </a:extLst>
          </p:cNvPr>
          <p:cNvSpPr txBox="1"/>
          <p:nvPr/>
        </p:nvSpPr>
        <p:spPr>
          <a:xfrm>
            <a:off x="1252521" y="3562920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618BE5-AFBD-1696-5C77-EF766936F171}"/>
              </a:ext>
            </a:extLst>
          </p:cNvPr>
          <p:cNvSpPr txBox="1"/>
          <p:nvPr/>
        </p:nvSpPr>
        <p:spPr>
          <a:xfrm>
            <a:off x="3704682" y="2164294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false</a:t>
            </a:r>
            <a:endParaRPr lang="ko-KR" altLang="en-US" sz="11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256AC48-2406-741E-AD56-8B18F477D8D9}"/>
              </a:ext>
            </a:extLst>
          </p:cNvPr>
          <p:cNvSpPr txBox="1"/>
          <p:nvPr/>
        </p:nvSpPr>
        <p:spPr>
          <a:xfrm>
            <a:off x="3806996" y="2904956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true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4428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136</Words>
  <Application>Microsoft Office PowerPoint</Application>
  <PresentationFormat>와이드스크린</PresentationFormat>
  <Paragraphs>97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이동협</dc:creator>
  <cp:lastModifiedBy>이동협</cp:lastModifiedBy>
  <cp:revision>10</cp:revision>
  <dcterms:created xsi:type="dcterms:W3CDTF">2025-04-06T09:20:18Z</dcterms:created>
  <dcterms:modified xsi:type="dcterms:W3CDTF">2025-04-09T16:56:34Z</dcterms:modified>
</cp:coreProperties>
</file>