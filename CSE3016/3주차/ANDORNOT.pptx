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>
        <p:scale>
          <a:sx n="75" d="100"/>
          <a:sy n="75" d="100"/>
        </p:scale>
        <p:origin x="-133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ECE66-46DD-045F-E29C-569603748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919E15-83F4-0EDA-110D-0DB561315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3BF2C9-F2C9-C929-555D-D0F156F3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8312B-1E7D-A35E-58BD-AC130820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5566E-6F1A-00FD-60DE-FD79EE62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3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F8DFB-575A-7146-BE19-C5D58A267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F8C47-5EB6-175B-D5EC-890E9D70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652E11-67ED-1343-A533-7B50A582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DEB2A1-D84E-FEC5-3417-7BD6329D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DB579-D726-9DE7-3566-22047CEE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21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FFEC8-561C-715F-1668-F4C4086F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ADBA8D-1F92-01D3-D338-79483601D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DA5DD9-7F84-AB1F-DEA9-357B6A71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EAB75-3D40-F35A-1BC5-06242B15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3211F-6970-D070-38E6-7FFE6519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8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C794A-19ED-1088-2279-AE6B86A1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35EF7F-EEDA-F095-104D-39C9563E5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0290B6-A480-DF51-14AE-98DB96D0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BB1A12-AEAA-46C1-9520-C72A6089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DEE9A-0667-CDAC-4F4E-72DB3885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D6CC9-2610-89B3-1A7D-05FF780A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00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BBB2B-66FD-7B74-ED91-E25BB84B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FAE523-9492-749F-6203-D6FE9A0D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94C3C5-959E-876E-0432-6FAF7C489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C0D2C7-87EE-583D-9B39-6DDA2B0C2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980BAF-CE52-EE5A-599E-6A3ADC664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A53B37-48F4-6034-CDD3-E82BBDCF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A23C29-94AD-ED44-662B-BAC91B2B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7E583D-2A19-FF52-881C-A9BC320A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8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23E06-C1E2-7832-FAAC-6A5190BE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AFAC8E-5E0E-9B45-8EF3-F5B38379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A27EDB-5DDC-3750-F893-9F5D80FD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10E718-BE8D-4297-519A-04D05FBD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8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24AE0A-AC7D-C88E-5CD0-D950DAED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95B1B3-7CB9-4F04-15EC-49AE8AAA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D12C7-3601-6060-1A65-0981E11C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10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F5AE5-2778-1A24-0A10-6A8198D4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CEA78-9864-1DB9-7706-0EF07A36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801708-7817-D018-E36F-69D9DDCB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87CAC-B21E-90FD-FEEE-0FC53CB6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7C2052-E8B9-03E6-B325-81E6715A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0D66A8-3240-C208-6329-270F8F57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8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E42D5-A0BE-12CD-872A-A283FB4B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1867A4-1517-3F6A-CDE1-22660E940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338E2-361C-868B-C3ED-03B783706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D888C-9F92-8D05-EBB3-B78B79A3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06D24E-863B-60A5-C452-BBF94C92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F8FB7-8FB4-7C8C-0A49-9CF18E4F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3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A85DA-E303-BDDC-9523-34EB1228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1FA5A0-47CC-EA83-4213-A669BEB97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61C9A-7235-6FAA-8799-87900B6A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BF93C8-61F6-30D1-DDE0-7EC6E2DF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054A1-EB4C-7B7A-47D7-0BE0BA8C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66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C11DD9-DC64-9FE7-89CF-3488F2D9D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437527-5E83-0B75-792D-91C23C0F8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D56BAD-A7B9-4737-A75C-DB26AB25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3D2EC-F69C-DC4B-5526-65C63368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10886-1805-550D-5B11-0BECA66C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34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9BD533-3B25-099A-2EFB-F3107F2D3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1AA67-54FF-8504-E702-7AB2DB9AC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14767-9FDB-889D-F3FF-1110DBC21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6CC72-98A0-482C-9391-18DDFF748285}" type="datetimeFigureOut">
              <a:rPr lang="ko-KR" altLang="en-US" smtClean="0"/>
              <a:t>2024-09-08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E7F3B-B864-8201-7C44-F07666574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22A2A-D1D9-BFD3-B720-2B806DA75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4028-2A5B-431B-A3D1-FA821B01D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268155BE-98DD-A1A9-518D-79299CE2B822}"/>
              </a:ext>
            </a:extLst>
          </p:cNvPr>
          <p:cNvSpPr/>
          <p:nvPr/>
        </p:nvSpPr>
        <p:spPr>
          <a:xfrm>
            <a:off x="2133600" y="1456267"/>
            <a:ext cx="1828800" cy="1591733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6CB21D-4C11-93D4-3272-C9F15735DCBB}"/>
              </a:ext>
            </a:extLst>
          </p:cNvPr>
          <p:cNvCxnSpPr/>
          <p:nvPr/>
        </p:nvCxnSpPr>
        <p:spPr>
          <a:xfrm>
            <a:off x="1104900" y="1803400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D22F39B-E8B7-F4CD-FAF7-9849380FA0FD}"/>
              </a:ext>
            </a:extLst>
          </p:cNvPr>
          <p:cNvCxnSpPr/>
          <p:nvPr/>
        </p:nvCxnSpPr>
        <p:spPr>
          <a:xfrm>
            <a:off x="1104900" y="2679700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549A940-4708-0A38-7724-862A7A172FFF}"/>
              </a:ext>
            </a:extLst>
          </p:cNvPr>
          <p:cNvCxnSpPr/>
          <p:nvPr/>
        </p:nvCxnSpPr>
        <p:spPr>
          <a:xfrm>
            <a:off x="3962400" y="2247900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FA5C54-0842-3AA8-63D0-C9EA22540318}"/>
                  </a:ext>
                </a:extLst>
              </p:cNvPr>
              <p:cNvSpPr txBox="1"/>
              <p:nvPr/>
            </p:nvSpPr>
            <p:spPr>
              <a:xfrm>
                <a:off x="178758" y="1618734"/>
                <a:ext cx="960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𝐼𝑛𝑝𝑢𝑡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FA5C54-0842-3AA8-63D0-C9EA22540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58" y="1618734"/>
                <a:ext cx="960328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9B3E4B-B5F0-90EF-E722-78D5BADBBA4D}"/>
                  </a:ext>
                </a:extLst>
              </p:cNvPr>
              <p:cNvSpPr txBox="1"/>
              <p:nvPr/>
            </p:nvSpPr>
            <p:spPr>
              <a:xfrm>
                <a:off x="152849" y="2495034"/>
                <a:ext cx="964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𝐼𝑛𝑝𝑢𝑡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9B3E4B-B5F0-90EF-E722-78D5BADBB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9" y="2495034"/>
                <a:ext cx="964751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151138-3611-6F19-5BE7-6359FD7B040D}"/>
                  </a:ext>
                </a:extLst>
              </p:cNvPr>
              <p:cNvSpPr txBox="1"/>
              <p:nvPr/>
            </p:nvSpPr>
            <p:spPr>
              <a:xfrm>
                <a:off x="5029200" y="2063234"/>
                <a:ext cx="1004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151138-3611-6F19-5BE7-6359FD7B0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063234"/>
                <a:ext cx="1004634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순서도: 저장 데이터 11">
            <a:extLst>
              <a:ext uri="{FF2B5EF4-FFF2-40B4-BE49-F238E27FC236}">
                <a16:creationId xmlns:a16="http://schemas.microsoft.com/office/drawing/2014/main" id="{DB274062-606B-B50C-5ED3-2B554872EC88}"/>
              </a:ext>
            </a:extLst>
          </p:cNvPr>
          <p:cNvSpPr/>
          <p:nvPr/>
        </p:nvSpPr>
        <p:spPr>
          <a:xfrm flipH="1">
            <a:off x="2133600" y="3828056"/>
            <a:ext cx="1828800" cy="1236126"/>
          </a:xfrm>
          <a:prstGeom prst="flowChartOnlineStorag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F1CB74A-E30C-FF50-A016-2A518B31BA5F}"/>
              </a:ext>
            </a:extLst>
          </p:cNvPr>
          <p:cNvCxnSpPr/>
          <p:nvPr/>
        </p:nvCxnSpPr>
        <p:spPr>
          <a:xfrm>
            <a:off x="1320800" y="3984682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796CA5C-A344-BCA6-DBED-0F1AC6E53FA9}"/>
              </a:ext>
            </a:extLst>
          </p:cNvPr>
          <p:cNvCxnSpPr/>
          <p:nvPr/>
        </p:nvCxnSpPr>
        <p:spPr>
          <a:xfrm>
            <a:off x="1320800" y="4860982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291793-3DFB-200A-A95E-A851D7C7FB90}"/>
                  </a:ext>
                </a:extLst>
              </p:cNvPr>
              <p:cNvSpPr txBox="1"/>
              <p:nvPr/>
            </p:nvSpPr>
            <p:spPr>
              <a:xfrm>
                <a:off x="394658" y="3800016"/>
                <a:ext cx="960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𝐼𝑛𝑝𝑢𝑡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291793-3DFB-200A-A95E-A851D7C7F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58" y="3800016"/>
                <a:ext cx="96032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2D9C51-11B6-3331-A2BC-65986AAF8916}"/>
                  </a:ext>
                </a:extLst>
              </p:cNvPr>
              <p:cNvSpPr txBox="1"/>
              <p:nvPr/>
            </p:nvSpPr>
            <p:spPr>
              <a:xfrm>
                <a:off x="368749" y="4676316"/>
                <a:ext cx="964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𝐼𝑛𝑝𝑢𝑡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2D9C51-11B6-3331-A2BC-65986AAF8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49" y="4676316"/>
                <a:ext cx="964751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37805E-03B7-050A-D379-4F4B71AC53B9}"/>
              </a:ext>
            </a:extLst>
          </p:cNvPr>
          <p:cNvCxnSpPr/>
          <p:nvPr/>
        </p:nvCxnSpPr>
        <p:spPr>
          <a:xfrm>
            <a:off x="3962400" y="4425435"/>
            <a:ext cx="1028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4077D2-D36E-F246-760D-B748206BD325}"/>
                  </a:ext>
                </a:extLst>
              </p:cNvPr>
              <p:cNvSpPr txBox="1"/>
              <p:nvPr/>
            </p:nvSpPr>
            <p:spPr>
              <a:xfrm>
                <a:off x="5029200" y="4240769"/>
                <a:ext cx="1004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4077D2-D36E-F246-760D-B748206BD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240769"/>
                <a:ext cx="100463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63B95C90-258F-BC5E-24E6-5220F10BE6E1}"/>
              </a:ext>
            </a:extLst>
          </p:cNvPr>
          <p:cNvSpPr/>
          <p:nvPr/>
        </p:nvSpPr>
        <p:spPr>
          <a:xfrm rot="5400000">
            <a:off x="7467602" y="2202934"/>
            <a:ext cx="1524000" cy="12446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5C411358-B9A5-9B60-90C9-DBD2DCF48E55}"/>
              </a:ext>
            </a:extLst>
          </p:cNvPr>
          <p:cNvSpPr/>
          <p:nvPr/>
        </p:nvSpPr>
        <p:spPr>
          <a:xfrm>
            <a:off x="8851902" y="2692400"/>
            <a:ext cx="252000" cy="2520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7AAC17D-2826-A8FE-7B37-7F670D0225A4}"/>
              </a:ext>
            </a:extLst>
          </p:cNvPr>
          <p:cNvCxnSpPr>
            <a:cxnSpLocks/>
          </p:cNvCxnSpPr>
          <p:nvPr/>
        </p:nvCxnSpPr>
        <p:spPr>
          <a:xfrm>
            <a:off x="9118600" y="2825234"/>
            <a:ext cx="50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C2C2DE-9F61-FC53-6942-3778D72B6FA5}"/>
                  </a:ext>
                </a:extLst>
              </p:cNvPr>
              <p:cNvSpPr txBox="1"/>
              <p:nvPr/>
            </p:nvSpPr>
            <p:spPr>
              <a:xfrm>
                <a:off x="9577798" y="2640568"/>
                <a:ext cx="1004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C2C2DE-9F61-FC53-6942-3778D72B6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798" y="2640568"/>
                <a:ext cx="1004634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78F97F2-A145-8092-6577-C69D126BECBB}"/>
              </a:ext>
            </a:extLst>
          </p:cNvPr>
          <p:cNvCxnSpPr>
            <a:cxnSpLocks/>
          </p:cNvCxnSpPr>
          <p:nvPr/>
        </p:nvCxnSpPr>
        <p:spPr>
          <a:xfrm>
            <a:off x="7099302" y="2825234"/>
            <a:ext cx="50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9F3045-ECD9-B88A-6DAB-04581A21A6E3}"/>
                  </a:ext>
                </a:extLst>
              </p:cNvPr>
              <p:cNvSpPr txBox="1"/>
              <p:nvPr/>
            </p:nvSpPr>
            <p:spPr>
              <a:xfrm>
                <a:off x="6228501" y="2633702"/>
                <a:ext cx="8459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𝐼𝑛𝑝𝑢𝑡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9F3045-ECD9-B88A-6DAB-04581A21A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01" y="2633702"/>
                <a:ext cx="845937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545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동협 이</dc:creator>
  <cp:lastModifiedBy>동협 이</cp:lastModifiedBy>
  <cp:revision>1</cp:revision>
  <dcterms:created xsi:type="dcterms:W3CDTF">2024-09-08T10:18:16Z</dcterms:created>
  <dcterms:modified xsi:type="dcterms:W3CDTF">2024-09-08T10:35:20Z</dcterms:modified>
</cp:coreProperties>
</file>